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A288"/>
    <a:srgbClr val="ACBEB6"/>
    <a:srgbClr val="FFFFFF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124" y="652"/>
      </p:cViewPr>
      <p:guideLst>
        <p:guide pos="415"/>
        <p:guide pos="7256"/>
        <p:guide orient="horz" pos="663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4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e9a7bdf4-e28d-4b7a-9b12-e09a2cbadfa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 descr="e38cc1ed-f52e-4a61-b357-5c7197669bdb"/>
          <p:cNvSpPr/>
          <p:nvPr/>
        </p:nvSpPr>
        <p:spPr>
          <a:xfrm>
            <a:off x="3372849" y="1"/>
            <a:ext cx="8010744" cy="998357"/>
          </a:xfrm>
          <a:custGeom>
            <a:avLst/>
            <a:gdLst>
              <a:gd name="connsiteX0" fmla="*/ 65 w 8010744"/>
              <a:gd name="connsiteY0" fmla="*/ 0 h 998357"/>
              <a:gd name="connsiteX1" fmla="*/ 8010744 w 8010744"/>
              <a:gd name="connsiteY1" fmla="*/ 0 h 998357"/>
              <a:gd name="connsiteX2" fmla="*/ 7950084 w 8010744"/>
              <a:gd name="connsiteY2" fmla="*/ 72761 h 998357"/>
              <a:gd name="connsiteX3" fmla="*/ 6380916 w 8010744"/>
              <a:gd name="connsiteY3" fmla="*/ 821957 h 998357"/>
              <a:gd name="connsiteX4" fmla="*/ 4108621 w 8010744"/>
              <a:gd name="connsiteY4" fmla="*/ 664835 h 998357"/>
              <a:gd name="connsiteX5" fmla="*/ 625543 w 8010744"/>
              <a:gd name="connsiteY5" fmla="*/ 789689 h 998357"/>
              <a:gd name="connsiteX6" fmla="*/ 0 w 8010744"/>
              <a:gd name="connsiteY6" fmla="*/ 2163 h 99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0744" h="998357">
                <a:moveTo>
                  <a:pt x="65" y="0"/>
                </a:moveTo>
                <a:lnTo>
                  <a:pt x="8010744" y="0"/>
                </a:lnTo>
                <a:lnTo>
                  <a:pt x="7950084" y="72761"/>
                </a:lnTo>
                <a:cubicBezTo>
                  <a:pt x="7580091" y="459536"/>
                  <a:pt x="6846249" y="681031"/>
                  <a:pt x="6380916" y="821957"/>
                </a:cubicBezTo>
                <a:cubicBezTo>
                  <a:pt x="5704068" y="1026940"/>
                  <a:pt x="5067850" y="670213"/>
                  <a:pt x="4108621" y="664835"/>
                </a:cubicBezTo>
                <a:cubicBezTo>
                  <a:pt x="3149392" y="659457"/>
                  <a:pt x="1810633" y="1325585"/>
                  <a:pt x="625543" y="789689"/>
                </a:cubicBezTo>
                <a:cubicBezTo>
                  <a:pt x="181135" y="588728"/>
                  <a:pt x="14816" y="307363"/>
                  <a:pt x="0" y="2163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cxnSp>
        <p:nvCxnSpPr>
          <p:cNvPr id="26" name="直接连接符 25" descr="152f9067-0b4f-4a73-9bf6-cd4640db17f5"/>
          <p:cNvCxnSpPr/>
          <p:nvPr/>
        </p:nvCxnSpPr>
        <p:spPr>
          <a:xfrm>
            <a:off x="965469" y="4315839"/>
            <a:ext cx="3590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 descr="0fac835f-b301-4e24-873d-53e9dbe0c862"/>
          <p:cNvSpPr/>
          <p:nvPr/>
        </p:nvSpPr>
        <p:spPr>
          <a:xfrm>
            <a:off x="965469" y="4796610"/>
            <a:ext cx="216000" cy="216000"/>
          </a:xfrm>
          <a:prstGeom prst="roundRect">
            <a:avLst/>
          </a:prstGeom>
          <a:solidFill>
            <a:srgbClr val="B1A28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 descr="f43fd851-add7-4f19-ad30-e381f87fade6"/>
          <p:cNvSpPr/>
          <p:nvPr/>
        </p:nvSpPr>
        <p:spPr>
          <a:xfrm>
            <a:off x="965469" y="5436520"/>
            <a:ext cx="216000" cy="216000"/>
          </a:xfrm>
          <a:prstGeom prst="roundRect">
            <a:avLst/>
          </a:prstGeom>
          <a:solidFill>
            <a:srgbClr val="B1A28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任意多边形 32" descr="706b0d9b-a38e-4563-a62d-75c12406fb52"/>
          <p:cNvSpPr/>
          <p:nvPr/>
        </p:nvSpPr>
        <p:spPr>
          <a:xfrm rot="900797">
            <a:off x="8561285" y="3242741"/>
            <a:ext cx="3967484" cy="4196369"/>
          </a:xfrm>
          <a:custGeom>
            <a:avLst/>
            <a:gdLst>
              <a:gd name="connsiteX0" fmla="*/ 2871422 w 3967484"/>
              <a:gd name="connsiteY0" fmla="*/ 33169 h 4196369"/>
              <a:gd name="connsiteX1" fmla="*/ 3111779 w 3967484"/>
              <a:gd name="connsiteY1" fmla="*/ 0 h 4196369"/>
              <a:gd name="connsiteX2" fmla="*/ 3126223 w 3967484"/>
              <a:gd name="connsiteY2" fmla="*/ 116 h 4196369"/>
              <a:gd name="connsiteX3" fmla="*/ 3967484 w 3967484"/>
              <a:gd name="connsiteY3" fmla="*/ 3136838 h 4196369"/>
              <a:gd name="connsiteX4" fmla="*/ 16925 w 3967484"/>
              <a:gd name="connsiteY4" fmla="*/ 4196369 h 4196369"/>
              <a:gd name="connsiteX5" fmla="*/ 12616 w 3967484"/>
              <a:gd name="connsiteY5" fmla="*/ 4173309 h 4196369"/>
              <a:gd name="connsiteX6" fmla="*/ 1607567 w 3967484"/>
              <a:gd name="connsiteY6" fmla="*/ 2289282 h 4196369"/>
              <a:gd name="connsiteX7" fmla="*/ 2243717 w 3967484"/>
              <a:gd name="connsiteY7" fmla="*/ 322419 h 4196369"/>
              <a:gd name="connsiteX8" fmla="*/ 2871422 w 3967484"/>
              <a:gd name="connsiteY8" fmla="*/ 33169 h 419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7484" h="4196369">
                <a:moveTo>
                  <a:pt x="2871422" y="33169"/>
                </a:moveTo>
                <a:cubicBezTo>
                  <a:pt x="2952215" y="14293"/>
                  <a:pt x="3032196" y="3252"/>
                  <a:pt x="3111779" y="0"/>
                </a:cubicBezTo>
                <a:lnTo>
                  <a:pt x="3126223" y="116"/>
                </a:lnTo>
                <a:lnTo>
                  <a:pt x="3967484" y="3136838"/>
                </a:lnTo>
                <a:lnTo>
                  <a:pt x="16925" y="4196369"/>
                </a:lnTo>
                <a:lnTo>
                  <a:pt x="12616" y="4173309"/>
                </a:lnTo>
                <a:cubicBezTo>
                  <a:pt x="-145954" y="2974126"/>
                  <a:pt x="1235717" y="2931097"/>
                  <a:pt x="1607567" y="2289282"/>
                </a:cubicBezTo>
                <a:cubicBezTo>
                  <a:pt x="1979417" y="1647467"/>
                  <a:pt x="1544011" y="789283"/>
                  <a:pt x="2243717" y="322419"/>
                </a:cubicBezTo>
                <a:cubicBezTo>
                  <a:pt x="2462376" y="176524"/>
                  <a:pt x="2669440" y="80359"/>
                  <a:pt x="2871422" y="33169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4" name="任意多边形 33" descr="de7a9ead-e12a-4bc1-95f2-3053950b7f08"/>
          <p:cNvSpPr/>
          <p:nvPr/>
        </p:nvSpPr>
        <p:spPr>
          <a:xfrm rot="991449">
            <a:off x="10895054" y="362063"/>
            <a:ext cx="1638244" cy="2162075"/>
          </a:xfrm>
          <a:custGeom>
            <a:avLst/>
            <a:gdLst>
              <a:gd name="connsiteX0" fmla="*/ 996817 w 1638244"/>
              <a:gd name="connsiteY0" fmla="*/ 0 h 2162075"/>
              <a:gd name="connsiteX1" fmla="*/ 1638244 w 1638244"/>
              <a:gd name="connsiteY1" fmla="*/ 2162075 h 2162075"/>
              <a:gd name="connsiteX2" fmla="*/ 1554026 w 1638244"/>
              <a:gd name="connsiteY2" fmla="*/ 2147725 h 2162075"/>
              <a:gd name="connsiteX3" fmla="*/ 581435 w 1638244"/>
              <a:gd name="connsiteY3" fmla="*/ 1840168 h 2162075"/>
              <a:gd name="connsiteX4" fmla="*/ 442 w 1638244"/>
              <a:gd name="connsiteY4" fmla="*/ 969728 h 2162075"/>
              <a:gd name="connsiteX5" fmla="*/ 648350 w 1638244"/>
              <a:gd name="connsiteY5" fmla="*/ 235214 h 2162075"/>
              <a:gd name="connsiteX6" fmla="*/ 990679 w 1638244"/>
              <a:gd name="connsiteY6" fmla="*/ 2813 h 21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8244" h="2162075">
                <a:moveTo>
                  <a:pt x="996817" y="0"/>
                </a:moveTo>
                <a:lnTo>
                  <a:pt x="1638244" y="2162075"/>
                </a:lnTo>
                <a:lnTo>
                  <a:pt x="1554026" y="2147725"/>
                </a:lnTo>
                <a:cubicBezTo>
                  <a:pt x="1180260" y="2074713"/>
                  <a:pt x="777407" y="1926228"/>
                  <a:pt x="581435" y="1840168"/>
                </a:cubicBezTo>
                <a:cubicBezTo>
                  <a:pt x="189491" y="1668049"/>
                  <a:pt x="-10710" y="1237221"/>
                  <a:pt x="442" y="969728"/>
                </a:cubicBezTo>
                <a:cubicBezTo>
                  <a:pt x="11595" y="702236"/>
                  <a:pt x="425224" y="436546"/>
                  <a:pt x="648350" y="235214"/>
                </a:cubicBezTo>
                <a:cubicBezTo>
                  <a:pt x="732021" y="159715"/>
                  <a:pt x="855224" y="72910"/>
                  <a:pt x="990679" y="2813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5" name="任意多边形 34" descr="13b82e7c-efb0-4d5d-9709-6567826437fb"/>
          <p:cNvSpPr/>
          <p:nvPr/>
        </p:nvSpPr>
        <p:spPr>
          <a:xfrm rot="21394011">
            <a:off x="9308353" y="3876014"/>
            <a:ext cx="2953248" cy="3063642"/>
          </a:xfrm>
          <a:custGeom>
            <a:avLst/>
            <a:gdLst>
              <a:gd name="connsiteX0" fmla="*/ 2041932 w 2953248"/>
              <a:gd name="connsiteY0" fmla="*/ 2134 h 3063642"/>
              <a:gd name="connsiteX1" fmla="*/ 2885431 w 2953248"/>
              <a:gd name="connsiteY1" fmla="*/ 359499 h 3063642"/>
              <a:gd name="connsiteX2" fmla="*/ 2953248 w 2953248"/>
              <a:gd name="connsiteY2" fmla="*/ 413809 h 3063642"/>
              <a:gd name="connsiteX3" fmla="*/ 2794280 w 2953248"/>
              <a:gd name="connsiteY3" fmla="*/ 3063642 h 3063642"/>
              <a:gd name="connsiteX4" fmla="*/ 0 w 2953248"/>
              <a:gd name="connsiteY4" fmla="*/ 2896009 h 3063642"/>
              <a:gd name="connsiteX5" fmla="*/ 119732 w 2953248"/>
              <a:gd name="connsiteY5" fmla="*/ 2809037 h 3063642"/>
              <a:gd name="connsiteX6" fmla="*/ 418593 w 2953248"/>
              <a:gd name="connsiteY6" fmla="*/ 2474689 h 3063642"/>
              <a:gd name="connsiteX7" fmla="*/ 1054743 w 2953248"/>
              <a:gd name="connsiteY7" fmla="*/ 349477 h 3063642"/>
              <a:gd name="connsiteX8" fmla="*/ 2041932 w 2953248"/>
              <a:gd name="connsiteY8" fmla="*/ 2134 h 306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53248" h="3063642">
                <a:moveTo>
                  <a:pt x="2041932" y="2134"/>
                </a:moveTo>
                <a:cubicBezTo>
                  <a:pt x="2319450" y="19240"/>
                  <a:pt x="2594661" y="139108"/>
                  <a:pt x="2885431" y="359499"/>
                </a:cubicBezTo>
                <a:lnTo>
                  <a:pt x="2953248" y="413809"/>
                </a:lnTo>
                <a:lnTo>
                  <a:pt x="2794280" y="3063642"/>
                </a:lnTo>
                <a:lnTo>
                  <a:pt x="0" y="2896009"/>
                </a:lnTo>
                <a:lnTo>
                  <a:pt x="119732" y="2809037"/>
                </a:lnTo>
                <a:cubicBezTo>
                  <a:pt x="243648" y="2712000"/>
                  <a:pt x="348871" y="2604718"/>
                  <a:pt x="418593" y="2474689"/>
                </a:cubicBezTo>
                <a:cubicBezTo>
                  <a:pt x="790443" y="1781202"/>
                  <a:pt x="355037" y="853927"/>
                  <a:pt x="1054743" y="349477"/>
                </a:cubicBezTo>
                <a:cubicBezTo>
                  <a:pt x="1404596" y="97252"/>
                  <a:pt x="1724771" y="-17416"/>
                  <a:pt x="2041932" y="2134"/>
                </a:cubicBez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6" name="任意多边形 35" descr="0e7d8060-4e89-41b3-8878-9a6c201fb2f4"/>
          <p:cNvSpPr/>
          <p:nvPr/>
        </p:nvSpPr>
        <p:spPr>
          <a:xfrm rot="9268420">
            <a:off x="-311383" y="-241657"/>
            <a:ext cx="1960606" cy="1438074"/>
          </a:xfrm>
          <a:custGeom>
            <a:avLst/>
            <a:gdLst>
              <a:gd name="connsiteX0" fmla="*/ 1378214 w 1960606"/>
              <a:gd name="connsiteY0" fmla="*/ 1438074 h 1438074"/>
              <a:gd name="connsiteX1" fmla="*/ 0 w 1960606"/>
              <a:gd name="connsiteY1" fmla="*/ 779922 h 1438074"/>
              <a:gd name="connsiteX2" fmla="*/ 62369 w 1960606"/>
              <a:gd name="connsiteY2" fmla="*/ 644847 h 1438074"/>
              <a:gd name="connsiteX3" fmla="*/ 552769 w 1960606"/>
              <a:gd name="connsiteY3" fmla="*/ 101880 h 1438074"/>
              <a:gd name="connsiteX4" fmla="*/ 1877958 w 1960606"/>
              <a:gd name="connsiteY4" fmla="*/ 178546 h 1438074"/>
              <a:gd name="connsiteX5" fmla="*/ 1960606 w 1960606"/>
              <a:gd name="connsiteY5" fmla="*/ 218505 h 143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0606" h="1438074">
                <a:moveTo>
                  <a:pt x="1378214" y="1438074"/>
                </a:moveTo>
                <a:lnTo>
                  <a:pt x="0" y="779922"/>
                </a:lnTo>
                <a:lnTo>
                  <a:pt x="62369" y="644847"/>
                </a:lnTo>
                <a:cubicBezTo>
                  <a:pt x="162529" y="419327"/>
                  <a:pt x="234091" y="250184"/>
                  <a:pt x="552769" y="101880"/>
                </a:cubicBezTo>
                <a:cubicBezTo>
                  <a:pt x="903314" y="-61255"/>
                  <a:pt x="1423364" y="-23264"/>
                  <a:pt x="1877958" y="178546"/>
                </a:cubicBezTo>
                <a:lnTo>
                  <a:pt x="1960606" y="218505"/>
                </a:lnTo>
                <a:close/>
              </a:path>
            </a:pathLst>
          </a:custGeom>
          <a:solidFill>
            <a:schemeClr val="accent1">
              <a:alpha val="5831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7" name="矩形 36" descr="3060d16e-34f5-4ff7-93a7-00f03c4668e4"/>
          <p:cNvSpPr/>
          <p:nvPr/>
        </p:nvSpPr>
        <p:spPr>
          <a:xfrm>
            <a:off x="965469" y="1756829"/>
            <a:ext cx="45719" cy="149363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 descr="4186e5fd-7c1f-4944-b7c7-24b0c2c43ef7"/>
          <p:cNvSpPr>
            <a:spLocks noGrp="1"/>
          </p:cNvSpPr>
          <p:nvPr>
            <p:ph type="ctrTitle" hasCustomPrompt="1"/>
          </p:nvPr>
        </p:nvSpPr>
        <p:spPr>
          <a:xfrm>
            <a:off x="1022885" y="1756829"/>
            <a:ext cx="9872913" cy="150872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  <a:endParaRPr lang="en-US" dirty="0"/>
          </a:p>
        </p:txBody>
      </p:sp>
      <p:sp>
        <p:nvSpPr>
          <p:cNvPr id="3" name="副标题 2" descr="29c85e22-c103-4a0f-aff1-e099b556fb1c"/>
          <p:cNvSpPr>
            <a:spLocks noGrp="1"/>
          </p:cNvSpPr>
          <p:nvPr>
            <p:ph type="subTitle" idx="1" hasCustomPrompt="1"/>
          </p:nvPr>
        </p:nvSpPr>
        <p:spPr>
          <a:xfrm>
            <a:off x="1011188" y="3456821"/>
            <a:ext cx="9076088" cy="645279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</a:t>
            </a:r>
            <a:endParaRPr lang="en-US" dirty="0"/>
          </a:p>
          <a:p>
            <a:pPr lvl="0"/>
            <a:r>
              <a:rPr lang="en-US" dirty="0"/>
              <a:t>add subtitle</a:t>
            </a:r>
            <a:endParaRPr lang="en-US" dirty="0"/>
          </a:p>
        </p:txBody>
      </p:sp>
      <p:sp>
        <p:nvSpPr>
          <p:cNvPr id="4" name="文本占位符 3" descr="3f57b100-31ac-4c31-8e54-330d2cc319ae"/>
          <p:cNvSpPr>
            <a:spLocks noGrp="1"/>
          </p:cNvSpPr>
          <p:nvPr>
            <p:ph type="body" sz="quarter" idx="13" hasCustomPrompt="1"/>
          </p:nvPr>
        </p:nvSpPr>
        <p:spPr>
          <a:xfrm>
            <a:off x="1384666" y="4703510"/>
            <a:ext cx="2273300" cy="402200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endParaRPr lang="en-US" dirty="0"/>
          </a:p>
        </p:txBody>
      </p:sp>
      <p:sp>
        <p:nvSpPr>
          <p:cNvPr id="5" name="文本占位符 4" descr="ba99acdc-cc7a-44be-9a6f-b535ca83dd7d"/>
          <p:cNvSpPr>
            <a:spLocks noGrp="1"/>
          </p:cNvSpPr>
          <p:nvPr>
            <p:ph type="body" sz="quarter" idx="14" hasCustomPrompt="1"/>
          </p:nvPr>
        </p:nvSpPr>
        <p:spPr>
          <a:xfrm>
            <a:off x="1384666" y="5343420"/>
            <a:ext cx="2273300" cy="40220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503a2aa-943c-4213-a8f6-20857188214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b7ffeb7f-1aab-4797-986a-631c9d4814b6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59c43825-14ac-4a2c-970c-6cc42801ae9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78129776-734e-4760-93dd-c22a448ee1b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d25c98dc-9146-48f3-a549-e3f9386742a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 descr="9c9a7e0e-443b-40b5-b300-73145dfc3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 descr="744b82d0-b5c3-44d4-966e-9cd2b8928158"/>
          <p:cNvSpPr/>
          <p:nvPr/>
        </p:nvSpPr>
        <p:spPr>
          <a:xfrm rot="4190105">
            <a:off x="9557510" y="1229348"/>
            <a:ext cx="4901393" cy="1820032"/>
          </a:xfrm>
          <a:custGeom>
            <a:avLst/>
            <a:gdLst>
              <a:gd name="connsiteX0" fmla="*/ 0 w 4901393"/>
              <a:gd name="connsiteY0" fmla="*/ 1377390 h 1820032"/>
              <a:gd name="connsiteX1" fmla="*/ 505824 w 4901393"/>
              <a:gd name="connsiteY1" fmla="*/ 0 h 1820032"/>
              <a:gd name="connsiteX2" fmla="*/ 4901393 w 4901393"/>
              <a:gd name="connsiteY2" fmla="*/ 1614199 h 1820032"/>
              <a:gd name="connsiteX3" fmla="*/ 4863537 w 4901393"/>
              <a:gd name="connsiteY3" fmla="*/ 1638221 h 1820032"/>
              <a:gd name="connsiteX4" fmla="*/ 4363242 w 4901393"/>
              <a:gd name="connsiteY4" fmla="*/ 1809067 h 1820032"/>
              <a:gd name="connsiteX5" fmla="*/ 1712061 w 4901393"/>
              <a:gd name="connsiteY5" fmla="*/ 1055441 h 1820032"/>
              <a:gd name="connsiteX6" fmla="*/ 300706 w 4901393"/>
              <a:gd name="connsiteY6" fmla="*/ 1296752 h 18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1393" h="1820032">
                <a:moveTo>
                  <a:pt x="0" y="1377390"/>
                </a:moveTo>
                <a:lnTo>
                  <a:pt x="505824" y="0"/>
                </a:lnTo>
                <a:lnTo>
                  <a:pt x="4901393" y="1614199"/>
                </a:lnTo>
                <a:lnTo>
                  <a:pt x="4863537" y="1638221"/>
                </a:lnTo>
                <a:cubicBezTo>
                  <a:pt x="4708196" y="1721478"/>
                  <a:pt x="4541853" y="1780113"/>
                  <a:pt x="4363242" y="1809067"/>
                </a:cubicBezTo>
                <a:cubicBezTo>
                  <a:pt x="3648798" y="1924885"/>
                  <a:pt x="2741227" y="1085771"/>
                  <a:pt x="1712061" y="1055441"/>
                </a:cubicBezTo>
                <a:cubicBezTo>
                  <a:pt x="1326124" y="1044067"/>
                  <a:pt x="817235" y="1160954"/>
                  <a:pt x="300706" y="129675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任意多边形 8" descr="2ed244ac-f08f-4994-9acf-e6ac159b38fa"/>
          <p:cNvSpPr/>
          <p:nvPr/>
        </p:nvSpPr>
        <p:spPr>
          <a:xfrm rot="3979572">
            <a:off x="10046099" y="610010"/>
            <a:ext cx="3731110" cy="1676573"/>
          </a:xfrm>
          <a:custGeom>
            <a:avLst/>
            <a:gdLst>
              <a:gd name="connsiteX0" fmla="*/ 0 w 3731110"/>
              <a:gd name="connsiteY0" fmla="*/ 1486473 h 1676573"/>
              <a:gd name="connsiteX1" fmla="*/ 651706 w 3731110"/>
              <a:gd name="connsiteY1" fmla="*/ 0 h 1676573"/>
              <a:gd name="connsiteX2" fmla="*/ 3731110 w 3731110"/>
              <a:gd name="connsiteY2" fmla="*/ 1350085 h 1676573"/>
              <a:gd name="connsiteX3" fmla="*/ 3685431 w 3731110"/>
              <a:gd name="connsiteY3" fmla="*/ 1342488 h 1676573"/>
              <a:gd name="connsiteX4" fmla="*/ 3362846 w 3731110"/>
              <a:gd name="connsiteY4" fmla="*/ 1322010 h 1676573"/>
              <a:gd name="connsiteX5" fmla="*/ 145547 w 3731110"/>
              <a:gd name="connsiteY5" fmla="*/ 1601107 h 1676573"/>
              <a:gd name="connsiteX6" fmla="*/ 52565 w 3731110"/>
              <a:gd name="connsiteY6" fmla="*/ 1540218 h 167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1110" h="1676573">
                <a:moveTo>
                  <a:pt x="0" y="1486473"/>
                </a:moveTo>
                <a:lnTo>
                  <a:pt x="651706" y="0"/>
                </a:lnTo>
                <a:lnTo>
                  <a:pt x="3731110" y="1350085"/>
                </a:lnTo>
                <a:lnTo>
                  <a:pt x="3685431" y="1342488"/>
                </a:lnTo>
                <a:cubicBezTo>
                  <a:pt x="3581864" y="1330084"/>
                  <a:pt x="3474530" y="1322582"/>
                  <a:pt x="3362846" y="1322010"/>
                </a:cubicBezTo>
                <a:cubicBezTo>
                  <a:pt x="2469375" y="1317424"/>
                  <a:pt x="685356" y="1874334"/>
                  <a:pt x="145547" y="1601107"/>
                </a:cubicBezTo>
                <a:cubicBezTo>
                  <a:pt x="111809" y="1584030"/>
                  <a:pt x="80859" y="1563615"/>
                  <a:pt x="52565" y="1540218"/>
                </a:cubicBez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任意多边形 9" descr="50fcf048-5f27-41f1-8ec3-580b7a677c45"/>
          <p:cNvSpPr/>
          <p:nvPr/>
        </p:nvSpPr>
        <p:spPr>
          <a:xfrm rot="6560457">
            <a:off x="-277881" y="4540355"/>
            <a:ext cx="2372696" cy="2758420"/>
          </a:xfrm>
          <a:custGeom>
            <a:avLst/>
            <a:gdLst>
              <a:gd name="connsiteX0" fmla="*/ 0 w 2372696"/>
              <a:gd name="connsiteY0" fmla="*/ 2758420 h 2758420"/>
              <a:gd name="connsiteX1" fmla="*/ 81226 w 2372696"/>
              <a:gd name="connsiteY1" fmla="*/ 2638875 h 2758420"/>
              <a:gd name="connsiteX2" fmla="*/ 1451415 w 2372696"/>
              <a:gd name="connsiteY2" fmla="*/ 1509795 h 2758420"/>
              <a:gd name="connsiteX3" fmla="*/ 1676842 w 2372696"/>
              <a:gd name="connsiteY3" fmla="*/ 95842 h 2758420"/>
              <a:gd name="connsiteX4" fmla="*/ 1696811 w 2372696"/>
              <a:gd name="connsiteY4" fmla="*/ 0 h 2758420"/>
              <a:gd name="connsiteX5" fmla="*/ 2372696 w 2372696"/>
              <a:gd name="connsiteY5" fmla="*/ 1925610 h 2758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2696" h="2758420">
                <a:moveTo>
                  <a:pt x="0" y="2758420"/>
                </a:moveTo>
                <a:lnTo>
                  <a:pt x="81226" y="2638875"/>
                </a:lnTo>
                <a:cubicBezTo>
                  <a:pt x="462823" y="2157533"/>
                  <a:pt x="1195768" y="1986567"/>
                  <a:pt x="1451415" y="1509795"/>
                </a:cubicBezTo>
                <a:cubicBezTo>
                  <a:pt x="1683821" y="1076365"/>
                  <a:pt x="1600893" y="551613"/>
                  <a:pt x="1676842" y="95842"/>
                </a:cubicBezTo>
                <a:lnTo>
                  <a:pt x="1696811" y="0"/>
                </a:lnTo>
                <a:lnTo>
                  <a:pt x="2372696" y="1925610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任意多边形 10" descr="6aacfcce-74eb-4547-a4fd-265b7eac3fb2"/>
          <p:cNvSpPr/>
          <p:nvPr/>
        </p:nvSpPr>
        <p:spPr>
          <a:xfrm>
            <a:off x="0" y="0"/>
            <a:ext cx="1129399" cy="830347"/>
          </a:xfrm>
          <a:custGeom>
            <a:avLst/>
            <a:gdLst>
              <a:gd name="connsiteX0" fmla="*/ 0 w 1129399"/>
              <a:gd name="connsiteY0" fmla="*/ 0 h 830347"/>
              <a:gd name="connsiteX1" fmla="*/ 1129399 w 1129399"/>
              <a:gd name="connsiteY1" fmla="*/ 0 h 830347"/>
              <a:gd name="connsiteX2" fmla="*/ 299052 w 1129399"/>
              <a:gd name="connsiteY2" fmla="*/ 830347 h 830347"/>
              <a:gd name="connsiteX3" fmla="*/ 52132 w 1129399"/>
              <a:gd name="connsiteY3" fmla="*/ 793016 h 830347"/>
              <a:gd name="connsiteX4" fmla="*/ 0 w 1129399"/>
              <a:gd name="connsiteY4" fmla="*/ 773936 h 83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9399" h="830347">
                <a:moveTo>
                  <a:pt x="0" y="0"/>
                </a:moveTo>
                <a:lnTo>
                  <a:pt x="1129399" y="0"/>
                </a:lnTo>
                <a:cubicBezTo>
                  <a:pt x="1129399" y="458588"/>
                  <a:pt x="757640" y="830347"/>
                  <a:pt x="299052" y="830347"/>
                </a:cubicBezTo>
                <a:cubicBezTo>
                  <a:pt x="213067" y="830347"/>
                  <a:pt x="130134" y="817278"/>
                  <a:pt x="52132" y="793016"/>
                </a:cubicBezTo>
                <a:lnTo>
                  <a:pt x="0" y="773936"/>
                </a:ln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矩形 11" descr="d541c98b-0970-433f-b559-ef6aa5201fad"/>
          <p:cNvSpPr/>
          <p:nvPr/>
        </p:nvSpPr>
        <p:spPr>
          <a:xfrm>
            <a:off x="5245747" y="1437685"/>
            <a:ext cx="1700507" cy="44706"/>
          </a:xfrm>
          <a:prstGeom prst="rect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 descr="b21b5f5b-1ca6-404e-8399-eb516bdd074d"/>
          <p:cNvSpPr>
            <a:spLocks noGrp="1"/>
          </p:cNvSpPr>
          <p:nvPr>
            <p:ph type="title" hasCustomPrompt="1"/>
          </p:nvPr>
        </p:nvSpPr>
        <p:spPr>
          <a:xfrm>
            <a:off x="4379880" y="459509"/>
            <a:ext cx="3432240" cy="915667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pPr lvl="0"/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内容占位符 2" descr="0096a9f0-5d3c-433f-b1d9-9c4790ceb4ba"/>
          <p:cNvSpPr>
            <a:spLocks noGrp="1"/>
          </p:cNvSpPr>
          <p:nvPr>
            <p:ph sz="quarter" idx="1" hasCustomPrompt="1"/>
          </p:nvPr>
        </p:nvSpPr>
        <p:spPr>
          <a:xfrm>
            <a:off x="1398125" y="2001917"/>
            <a:ext cx="9395750" cy="4132957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240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 descr="82d22d11-a880-47af-b131-61096cf3336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 descr="7fdc42e8-5c88-4883-905c-5bfa3a7eb09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31af0150-473d-4bc0-9e49-176726d55f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sp>
        <p:nvSpPr>
          <p:cNvPr id="8" name="任意多边形 7" descr="fd03281b-b5ff-41de-99a4-0cfc950dc71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f6c9e1bb-e4ac-41cd-8fee-3a8c441283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 descr="55111057-8ed2-4277-aa5d-8acc757ff911"/>
          <p:cNvSpPr/>
          <p:nvPr/>
        </p:nvSpPr>
        <p:spPr>
          <a:xfrm rot="20320982">
            <a:off x="11210301" y="5858408"/>
            <a:ext cx="1154480" cy="1116426"/>
          </a:xfrm>
          <a:custGeom>
            <a:avLst/>
            <a:gdLst>
              <a:gd name="connsiteX0" fmla="*/ 956834 w 1154480"/>
              <a:gd name="connsiteY0" fmla="*/ 56610 h 1116426"/>
              <a:gd name="connsiteX1" fmla="*/ 1141627 w 1154480"/>
              <a:gd name="connsiteY1" fmla="*/ 179488 h 1116426"/>
              <a:gd name="connsiteX2" fmla="*/ 1154480 w 1154480"/>
              <a:gd name="connsiteY2" fmla="*/ 191558 h 1116426"/>
              <a:gd name="connsiteX3" fmla="*/ 793574 w 1154480"/>
              <a:gd name="connsiteY3" fmla="*/ 1116426 h 1116426"/>
              <a:gd name="connsiteX4" fmla="*/ 0 w 1154480"/>
              <a:gd name="connsiteY4" fmla="*/ 806754 h 1116426"/>
              <a:gd name="connsiteX5" fmla="*/ 39506 w 1154480"/>
              <a:gd name="connsiteY5" fmla="*/ 718430 h 1116426"/>
              <a:gd name="connsiteX6" fmla="*/ 760483 w 1154480"/>
              <a:gd name="connsiteY6" fmla="*/ 1976 h 1116426"/>
              <a:gd name="connsiteX7" fmla="*/ 956834 w 1154480"/>
              <a:gd name="connsiteY7" fmla="*/ 56610 h 111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4480" h="1116426">
                <a:moveTo>
                  <a:pt x="956834" y="56610"/>
                </a:moveTo>
                <a:cubicBezTo>
                  <a:pt x="1020567" y="87163"/>
                  <a:pt x="1082375" y="129090"/>
                  <a:pt x="1141627" y="179488"/>
                </a:cubicBezTo>
                <a:lnTo>
                  <a:pt x="1154480" y="191558"/>
                </a:lnTo>
                <a:lnTo>
                  <a:pt x="793574" y="1116426"/>
                </a:lnTo>
                <a:lnTo>
                  <a:pt x="0" y="806754"/>
                </a:lnTo>
                <a:lnTo>
                  <a:pt x="39506" y="718430"/>
                </a:lnTo>
                <a:cubicBezTo>
                  <a:pt x="175019" y="387452"/>
                  <a:pt x="291782" y="-32342"/>
                  <a:pt x="760483" y="1976"/>
                </a:cubicBezTo>
                <a:cubicBezTo>
                  <a:pt x="827441" y="6878"/>
                  <a:pt x="893100" y="26057"/>
                  <a:pt x="956834" y="56610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任意多边形 8" descr="0f44277c-e8f8-4f28-ac89-aebd9b3dc7e4"/>
          <p:cNvSpPr/>
          <p:nvPr/>
        </p:nvSpPr>
        <p:spPr>
          <a:xfrm rot="6444986">
            <a:off x="-178319" y="4734870"/>
            <a:ext cx="2162147" cy="2546607"/>
          </a:xfrm>
          <a:custGeom>
            <a:avLst/>
            <a:gdLst>
              <a:gd name="connsiteX0" fmla="*/ 38110 w 2162147"/>
              <a:gd name="connsiteY0" fmla="*/ 2546607 h 2546607"/>
              <a:gd name="connsiteX1" fmla="*/ 7730 w 2162147"/>
              <a:gd name="connsiteY1" fmla="*/ 2422387 h 2546607"/>
              <a:gd name="connsiteX2" fmla="*/ 985046 w 2162147"/>
              <a:gd name="connsiteY2" fmla="*/ 1289717 h 2546607"/>
              <a:gd name="connsiteX3" fmla="*/ 1374851 w 2162147"/>
              <a:gd name="connsiteY3" fmla="*/ 107247 h 2546607"/>
              <a:gd name="connsiteX4" fmla="*/ 1532477 w 2162147"/>
              <a:gd name="connsiteY4" fmla="*/ 16315 h 2546607"/>
              <a:gd name="connsiteX5" fmla="*/ 1572303 w 2162147"/>
              <a:gd name="connsiteY5" fmla="*/ 0 h 2546607"/>
              <a:gd name="connsiteX6" fmla="*/ 2162147 w 2162147"/>
              <a:gd name="connsiteY6" fmla="*/ 1880305 h 25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62147" h="2546607">
                <a:moveTo>
                  <a:pt x="38110" y="2546607"/>
                </a:moveTo>
                <a:lnTo>
                  <a:pt x="7730" y="2422387"/>
                </a:lnTo>
                <a:cubicBezTo>
                  <a:pt x="-89434" y="1701443"/>
                  <a:pt x="757193" y="1675574"/>
                  <a:pt x="985046" y="1289717"/>
                </a:cubicBezTo>
                <a:cubicBezTo>
                  <a:pt x="1212900" y="903860"/>
                  <a:pt x="946102" y="387924"/>
                  <a:pt x="1374851" y="107247"/>
                </a:cubicBezTo>
                <a:cubicBezTo>
                  <a:pt x="1428445" y="72162"/>
                  <a:pt x="1480901" y="41861"/>
                  <a:pt x="1532477" y="16315"/>
                </a:cubicBezTo>
                <a:lnTo>
                  <a:pt x="1572303" y="0"/>
                </a:lnTo>
                <a:lnTo>
                  <a:pt x="2162147" y="1880305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任意多边形 9" descr="a1e41641-4bcf-4c63-a591-016e823f60b9"/>
          <p:cNvSpPr/>
          <p:nvPr/>
        </p:nvSpPr>
        <p:spPr>
          <a:xfrm rot="10800000">
            <a:off x="3076807" y="5438733"/>
            <a:ext cx="8406992" cy="1419267"/>
          </a:xfrm>
          <a:custGeom>
            <a:avLst/>
            <a:gdLst>
              <a:gd name="connsiteX0" fmla="*/ 6296272 w 8406992"/>
              <a:gd name="connsiteY0" fmla="*/ 1419215 h 1419267"/>
              <a:gd name="connsiteX1" fmla="*/ 3896001 w 8406992"/>
              <a:gd name="connsiteY1" fmla="*/ 733021 h 1419267"/>
              <a:gd name="connsiteX2" fmla="*/ 518568 w 8406992"/>
              <a:gd name="connsiteY2" fmla="*/ 1245364 h 1419267"/>
              <a:gd name="connsiteX3" fmla="*/ 0 w 8406992"/>
              <a:gd name="connsiteY3" fmla="*/ 106030 h 1419267"/>
              <a:gd name="connsiteX4" fmla="*/ 806 w 8406992"/>
              <a:gd name="connsiteY4" fmla="*/ 0 h 1419267"/>
              <a:gd name="connsiteX5" fmla="*/ 8406992 w 8406992"/>
              <a:gd name="connsiteY5" fmla="*/ 0 h 1419267"/>
              <a:gd name="connsiteX6" fmla="*/ 8377130 w 8406992"/>
              <a:gd name="connsiteY6" fmla="*/ 76333 h 1419267"/>
              <a:gd name="connsiteX7" fmla="*/ 6437050 w 8406992"/>
              <a:gd name="connsiteY7" fmla="*/ 1408465 h 1419267"/>
              <a:gd name="connsiteX8" fmla="*/ 6296272 w 8406992"/>
              <a:gd name="connsiteY8" fmla="*/ 1419215 h 141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6992" h="1419267">
                <a:moveTo>
                  <a:pt x="6296272" y="1419215"/>
                </a:moveTo>
                <a:cubicBezTo>
                  <a:pt x="5588525" y="1426053"/>
                  <a:pt x="4820763" y="758505"/>
                  <a:pt x="3896001" y="733021"/>
                </a:cubicBezTo>
                <a:cubicBezTo>
                  <a:pt x="2909587" y="705837"/>
                  <a:pt x="1130326" y="1518687"/>
                  <a:pt x="518568" y="1245364"/>
                </a:cubicBezTo>
                <a:cubicBezTo>
                  <a:pt x="174454" y="1091620"/>
                  <a:pt x="12666" y="601892"/>
                  <a:pt x="0" y="106030"/>
                </a:cubicBezTo>
                <a:lnTo>
                  <a:pt x="806" y="0"/>
                </a:lnTo>
                <a:lnTo>
                  <a:pt x="8406992" y="0"/>
                </a:lnTo>
                <a:lnTo>
                  <a:pt x="8377130" y="76333"/>
                </a:lnTo>
                <a:cubicBezTo>
                  <a:pt x="7990981" y="741386"/>
                  <a:pt x="7183905" y="1299018"/>
                  <a:pt x="6437050" y="1408465"/>
                </a:cubicBezTo>
                <a:cubicBezTo>
                  <a:pt x="6390372" y="1415306"/>
                  <a:pt x="6343455" y="1418759"/>
                  <a:pt x="6296272" y="141921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任意多边形 10" descr="bcb39b0f-b1b6-4fa3-8f91-20654d3fb709"/>
          <p:cNvSpPr/>
          <p:nvPr/>
        </p:nvSpPr>
        <p:spPr>
          <a:xfrm rot="10583146">
            <a:off x="3208675" y="5502102"/>
            <a:ext cx="7551061" cy="1586996"/>
          </a:xfrm>
          <a:custGeom>
            <a:avLst/>
            <a:gdLst>
              <a:gd name="connsiteX0" fmla="*/ 621618 w 7551061"/>
              <a:gd name="connsiteY0" fmla="*/ 1577795 h 1586996"/>
              <a:gd name="connsiteX1" fmla="*/ 356358 w 7551061"/>
              <a:gd name="connsiteY1" fmla="*/ 1511530 h 1586996"/>
              <a:gd name="connsiteX2" fmla="*/ 108963 w 7551061"/>
              <a:gd name="connsiteY2" fmla="*/ 72617 h 1586996"/>
              <a:gd name="connsiteX3" fmla="*/ 134577 w 7551061"/>
              <a:gd name="connsiteY3" fmla="*/ 0 h 1586996"/>
              <a:gd name="connsiteX4" fmla="*/ 7551061 w 7551061"/>
              <a:gd name="connsiteY4" fmla="*/ 468455 h 1586996"/>
              <a:gd name="connsiteX5" fmla="*/ 7471888 w 7551061"/>
              <a:gd name="connsiteY5" fmla="*/ 569048 h 1586996"/>
              <a:gd name="connsiteX6" fmla="*/ 5898501 w 7551061"/>
              <a:gd name="connsiteY6" fmla="*/ 1539040 h 1586996"/>
              <a:gd name="connsiteX7" fmla="*/ 3682476 w 7551061"/>
              <a:gd name="connsiteY7" fmla="*/ 1232432 h 1586996"/>
              <a:gd name="connsiteX8" fmla="*/ 621618 w 7551061"/>
              <a:gd name="connsiteY8" fmla="*/ 1577795 h 158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51061" h="1586996">
                <a:moveTo>
                  <a:pt x="621618" y="1577795"/>
                </a:moveTo>
                <a:cubicBezTo>
                  <a:pt x="515973" y="1566866"/>
                  <a:pt x="426117" y="1545683"/>
                  <a:pt x="356358" y="1511530"/>
                </a:cubicBezTo>
                <a:cubicBezTo>
                  <a:pt x="-62193" y="1306610"/>
                  <a:pt x="-65601" y="620884"/>
                  <a:pt x="108963" y="72617"/>
                </a:cubicBezTo>
                <a:lnTo>
                  <a:pt x="134577" y="0"/>
                </a:lnTo>
                <a:lnTo>
                  <a:pt x="7551061" y="468455"/>
                </a:lnTo>
                <a:lnTo>
                  <a:pt x="7471888" y="569048"/>
                </a:lnTo>
                <a:cubicBezTo>
                  <a:pt x="7100681" y="1008628"/>
                  <a:pt x="6439494" y="1407492"/>
                  <a:pt x="5898501" y="1539040"/>
                </a:cubicBezTo>
                <a:cubicBezTo>
                  <a:pt x="5232662" y="1700945"/>
                  <a:pt x="4606166" y="1237017"/>
                  <a:pt x="3682476" y="1232432"/>
                </a:cubicBezTo>
                <a:cubicBezTo>
                  <a:pt x="2874247" y="1228420"/>
                  <a:pt x="1361130" y="1654303"/>
                  <a:pt x="621618" y="1577795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任意多边形 11" descr="46b9264e-d52f-4412-a80f-54e71f054c7e"/>
          <p:cNvSpPr/>
          <p:nvPr/>
        </p:nvSpPr>
        <p:spPr>
          <a:xfrm rot="6048185">
            <a:off x="-267754" y="4774896"/>
            <a:ext cx="2263755" cy="2191388"/>
          </a:xfrm>
          <a:custGeom>
            <a:avLst/>
            <a:gdLst>
              <a:gd name="connsiteX0" fmla="*/ 0 w 2263755"/>
              <a:gd name="connsiteY0" fmla="*/ 2191388 h 2191388"/>
              <a:gd name="connsiteX1" fmla="*/ 4096 w 2263755"/>
              <a:gd name="connsiteY1" fmla="*/ 2182615 h 2191388"/>
              <a:gd name="connsiteX2" fmla="*/ 858277 w 2263755"/>
              <a:gd name="connsiteY2" fmla="*/ 1442960 h 2191388"/>
              <a:gd name="connsiteX3" fmla="*/ 1229208 w 2263755"/>
              <a:gd name="connsiteY3" fmla="*/ 203775 h 2191388"/>
              <a:gd name="connsiteX4" fmla="*/ 1804826 w 2263755"/>
              <a:gd name="connsiteY4" fmla="*/ 1244 h 2191388"/>
              <a:gd name="connsiteX5" fmla="*/ 1932337 w 2263755"/>
              <a:gd name="connsiteY5" fmla="*/ 22579 h 2191388"/>
              <a:gd name="connsiteX6" fmla="*/ 2263755 w 2263755"/>
              <a:gd name="connsiteY6" fmla="*/ 1759427 h 2191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3755" h="2191388">
                <a:moveTo>
                  <a:pt x="0" y="2191388"/>
                </a:moveTo>
                <a:lnTo>
                  <a:pt x="4096" y="2182615"/>
                </a:lnTo>
                <a:cubicBezTo>
                  <a:pt x="201837" y="1837300"/>
                  <a:pt x="695661" y="1746232"/>
                  <a:pt x="858277" y="1442960"/>
                </a:cubicBezTo>
                <a:cubicBezTo>
                  <a:pt x="1075098" y="1038596"/>
                  <a:pt x="821218" y="497914"/>
                  <a:pt x="1229208" y="203775"/>
                </a:cubicBezTo>
                <a:cubicBezTo>
                  <a:pt x="1433203" y="56706"/>
                  <a:pt x="1619893" y="-10156"/>
                  <a:pt x="1804826" y="1244"/>
                </a:cubicBezTo>
                <a:lnTo>
                  <a:pt x="1932337" y="22579"/>
                </a:lnTo>
                <a:lnTo>
                  <a:pt x="2263755" y="1759427"/>
                </a:lnTo>
                <a:close/>
              </a:path>
            </a:pathLst>
          </a:custGeom>
          <a:noFill/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4" name="椭圆 13" descr="a2c97c1a-9cf6-402c-8fb8-cb499418cda0"/>
          <p:cNvSpPr/>
          <p:nvPr/>
        </p:nvSpPr>
        <p:spPr>
          <a:xfrm>
            <a:off x="5300809" y="1252291"/>
            <a:ext cx="1557192" cy="15571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 descr="c0d08d45-a457-4569-828f-5884e5013da5"/>
          <p:cNvSpPr/>
          <p:nvPr/>
        </p:nvSpPr>
        <p:spPr>
          <a:xfrm>
            <a:off x="5205707" y="1135594"/>
            <a:ext cx="1557192" cy="1557191"/>
          </a:xfrm>
          <a:prstGeom prst="ellipse">
            <a:avLst/>
          </a:prstGeom>
          <a:noFill/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任意多边形 15" descr="89661d2f-1a54-4beb-b03f-ccbb024a5bcb"/>
          <p:cNvSpPr/>
          <p:nvPr/>
        </p:nvSpPr>
        <p:spPr>
          <a:xfrm rot="6151861">
            <a:off x="451483" y="431780"/>
            <a:ext cx="982090" cy="974128"/>
          </a:xfrm>
          <a:custGeom>
            <a:avLst/>
            <a:gdLst>
              <a:gd name="connsiteX0" fmla="*/ 0 w 7778162"/>
              <a:gd name="connsiteY0" fmla="*/ 3627294 h 7254588"/>
              <a:gd name="connsiteX1" fmla="*/ 3889081 w 7778162"/>
              <a:gd name="connsiteY1" fmla="*/ 0 h 7254588"/>
              <a:gd name="connsiteX2" fmla="*/ 7778162 w 7778162"/>
              <a:gd name="connsiteY2" fmla="*/ 3627294 h 7254588"/>
              <a:gd name="connsiteX3" fmla="*/ 3889081 w 7778162"/>
              <a:gd name="connsiteY3" fmla="*/ 7254588 h 7254588"/>
              <a:gd name="connsiteX4" fmla="*/ 0 w 7778162"/>
              <a:gd name="connsiteY4" fmla="*/ 3627294 h 7254588"/>
              <a:gd name="connsiteX0-1" fmla="*/ 81592 w 7859754"/>
              <a:gd name="connsiteY0-2" fmla="*/ 3784744 h 7412038"/>
              <a:gd name="connsiteX1-3" fmla="*/ 1533169 w 7859754"/>
              <a:gd name="connsiteY1-4" fmla="*/ 966139 h 7412038"/>
              <a:gd name="connsiteX2-5" fmla="*/ 3970673 w 7859754"/>
              <a:gd name="connsiteY2-6" fmla="*/ 157450 h 7412038"/>
              <a:gd name="connsiteX3-7" fmla="*/ 7859754 w 7859754"/>
              <a:gd name="connsiteY3-8" fmla="*/ 3784744 h 7412038"/>
              <a:gd name="connsiteX4-9" fmla="*/ 3970673 w 7859754"/>
              <a:gd name="connsiteY4-10" fmla="*/ 7412038 h 7412038"/>
              <a:gd name="connsiteX5" fmla="*/ 81592 w 7859754"/>
              <a:gd name="connsiteY5" fmla="*/ 3784744 h 7412038"/>
              <a:gd name="connsiteX0-11" fmla="*/ 104410 w 7882572"/>
              <a:gd name="connsiteY0-12" fmla="*/ 3642602 h 7269896"/>
              <a:gd name="connsiteX1-13" fmla="*/ 1360044 w 7882572"/>
              <a:gd name="connsiteY1-14" fmla="*/ 2391540 h 7269896"/>
              <a:gd name="connsiteX2-15" fmla="*/ 3993491 w 7882572"/>
              <a:gd name="connsiteY2-16" fmla="*/ 15308 h 7269896"/>
              <a:gd name="connsiteX3-17" fmla="*/ 7882572 w 7882572"/>
              <a:gd name="connsiteY3-18" fmla="*/ 3642602 h 7269896"/>
              <a:gd name="connsiteX4-19" fmla="*/ 3993491 w 7882572"/>
              <a:gd name="connsiteY4-20" fmla="*/ 7269896 h 7269896"/>
              <a:gd name="connsiteX5-21" fmla="*/ 104410 w 7882572"/>
              <a:gd name="connsiteY5-22" fmla="*/ 3642602 h 7269896"/>
              <a:gd name="connsiteX0-23" fmla="*/ 104410 w 7882572"/>
              <a:gd name="connsiteY0-24" fmla="*/ 3777203 h 7404497"/>
              <a:gd name="connsiteX1-25" fmla="*/ 1360044 w 7882572"/>
              <a:gd name="connsiteY1-26" fmla="*/ 2526141 h 7404497"/>
              <a:gd name="connsiteX2-27" fmla="*/ 1795473 w 7882572"/>
              <a:gd name="connsiteY2-28" fmla="*/ 871512 h 7404497"/>
              <a:gd name="connsiteX3-29" fmla="*/ 3993491 w 7882572"/>
              <a:gd name="connsiteY3-30" fmla="*/ 149909 h 7404497"/>
              <a:gd name="connsiteX4-31" fmla="*/ 7882572 w 7882572"/>
              <a:gd name="connsiteY4-32" fmla="*/ 3777203 h 7404497"/>
              <a:gd name="connsiteX5-33" fmla="*/ 3993491 w 7882572"/>
              <a:gd name="connsiteY5-34" fmla="*/ 7404497 h 7404497"/>
              <a:gd name="connsiteX6" fmla="*/ 104410 w 7882572"/>
              <a:gd name="connsiteY6" fmla="*/ 3777203 h 7404497"/>
              <a:gd name="connsiteX0-35" fmla="*/ 120780 w 7703000"/>
              <a:gd name="connsiteY0-36" fmla="*/ 4343261 h 7407265"/>
              <a:gd name="connsiteX1-37" fmla="*/ 1180472 w 7703000"/>
              <a:gd name="connsiteY1-38" fmla="*/ 2526141 h 7407265"/>
              <a:gd name="connsiteX2-39" fmla="*/ 1615901 w 7703000"/>
              <a:gd name="connsiteY2-40" fmla="*/ 871512 h 7407265"/>
              <a:gd name="connsiteX3-41" fmla="*/ 3813919 w 7703000"/>
              <a:gd name="connsiteY3-42" fmla="*/ 149909 h 7407265"/>
              <a:gd name="connsiteX4-43" fmla="*/ 7703000 w 7703000"/>
              <a:gd name="connsiteY4-44" fmla="*/ 3777203 h 7407265"/>
              <a:gd name="connsiteX5-45" fmla="*/ 3813919 w 7703000"/>
              <a:gd name="connsiteY5-46" fmla="*/ 7404497 h 7407265"/>
              <a:gd name="connsiteX6-47" fmla="*/ 120780 w 7703000"/>
              <a:gd name="connsiteY6-48" fmla="*/ 4343261 h 7407265"/>
              <a:gd name="connsiteX0-49" fmla="*/ 120780 w 7703000"/>
              <a:gd name="connsiteY0-50" fmla="*/ 3980108 h 7044112"/>
              <a:gd name="connsiteX1-51" fmla="*/ 1180472 w 7703000"/>
              <a:gd name="connsiteY1-52" fmla="*/ 2162988 h 7044112"/>
              <a:gd name="connsiteX2-53" fmla="*/ 1615901 w 7703000"/>
              <a:gd name="connsiteY2-54" fmla="*/ 508359 h 7044112"/>
              <a:gd name="connsiteX3-55" fmla="*/ 4308189 w 7703000"/>
              <a:gd name="connsiteY3-56" fmla="*/ 231599 h 7044112"/>
              <a:gd name="connsiteX4-57" fmla="*/ 7703000 w 7703000"/>
              <a:gd name="connsiteY4-58" fmla="*/ 3414050 h 7044112"/>
              <a:gd name="connsiteX5-59" fmla="*/ 3813919 w 7703000"/>
              <a:gd name="connsiteY5-60" fmla="*/ 7041344 h 7044112"/>
              <a:gd name="connsiteX6-61" fmla="*/ 120780 w 7703000"/>
              <a:gd name="connsiteY6-62" fmla="*/ 3980108 h 7044112"/>
              <a:gd name="connsiteX0-63" fmla="*/ 117949 w 7700169"/>
              <a:gd name="connsiteY0-64" fmla="*/ 3980108 h 7044112"/>
              <a:gd name="connsiteX1-65" fmla="*/ 1177641 w 7700169"/>
              <a:gd name="connsiteY1-66" fmla="*/ 2162988 h 7044112"/>
              <a:gd name="connsiteX2-67" fmla="*/ 1613070 w 7700169"/>
              <a:gd name="connsiteY2-68" fmla="*/ 508359 h 7044112"/>
              <a:gd name="connsiteX3-69" fmla="*/ 4305358 w 7700169"/>
              <a:gd name="connsiteY3-70" fmla="*/ 231599 h 7044112"/>
              <a:gd name="connsiteX4-71" fmla="*/ 7700169 w 7700169"/>
              <a:gd name="connsiteY4-72" fmla="*/ 3414050 h 7044112"/>
              <a:gd name="connsiteX5-73" fmla="*/ 3811088 w 7700169"/>
              <a:gd name="connsiteY5-74" fmla="*/ 7041344 h 7044112"/>
              <a:gd name="connsiteX6-75" fmla="*/ 117949 w 7700169"/>
              <a:gd name="connsiteY6-76" fmla="*/ 3980108 h 7044112"/>
              <a:gd name="connsiteX0-77" fmla="*/ 135763 w 7717983"/>
              <a:gd name="connsiteY0-78" fmla="*/ 3980108 h 7044112"/>
              <a:gd name="connsiteX1-79" fmla="*/ 1195455 w 7717983"/>
              <a:gd name="connsiteY1-80" fmla="*/ 2162988 h 7044112"/>
              <a:gd name="connsiteX2-81" fmla="*/ 1630884 w 7717983"/>
              <a:gd name="connsiteY2-82" fmla="*/ 508359 h 7044112"/>
              <a:gd name="connsiteX3-83" fmla="*/ 4323172 w 7717983"/>
              <a:gd name="connsiteY3-84" fmla="*/ 231599 h 7044112"/>
              <a:gd name="connsiteX4-85" fmla="*/ 7717983 w 7717983"/>
              <a:gd name="connsiteY4-86" fmla="*/ 3414050 h 7044112"/>
              <a:gd name="connsiteX5-87" fmla="*/ 3828902 w 7717983"/>
              <a:gd name="connsiteY5-88" fmla="*/ 7041344 h 7044112"/>
              <a:gd name="connsiteX6-89" fmla="*/ 135763 w 7717983"/>
              <a:gd name="connsiteY6-90" fmla="*/ 3980108 h 7044112"/>
              <a:gd name="connsiteX0-91" fmla="*/ 135763 w 6420524"/>
              <a:gd name="connsiteY0-92" fmla="*/ 3970959 h 7036245"/>
              <a:gd name="connsiteX1-93" fmla="*/ 1195455 w 6420524"/>
              <a:gd name="connsiteY1-94" fmla="*/ 2153839 h 7036245"/>
              <a:gd name="connsiteX2-95" fmla="*/ 1630884 w 6420524"/>
              <a:gd name="connsiteY2-96" fmla="*/ 499210 h 7036245"/>
              <a:gd name="connsiteX3-97" fmla="*/ 4323172 w 6420524"/>
              <a:gd name="connsiteY3-98" fmla="*/ 222450 h 7036245"/>
              <a:gd name="connsiteX4-99" fmla="*/ 6420524 w 6420524"/>
              <a:gd name="connsiteY4-100" fmla="*/ 3281333 h 7036245"/>
              <a:gd name="connsiteX5-101" fmla="*/ 3828902 w 6420524"/>
              <a:gd name="connsiteY5-102" fmla="*/ 7032195 h 7036245"/>
              <a:gd name="connsiteX6-103" fmla="*/ 135763 w 6420524"/>
              <a:gd name="connsiteY6-104" fmla="*/ 3970959 h 7036245"/>
              <a:gd name="connsiteX0-105" fmla="*/ 121965 w 6406726"/>
              <a:gd name="connsiteY0-106" fmla="*/ 3970959 h 6209930"/>
              <a:gd name="connsiteX1-107" fmla="*/ 1181657 w 6406726"/>
              <a:gd name="connsiteY1-108" fmla="*/ 2153839 h 6209930"/>
              <a:gd name="connsiteX2-109" fmla="*/ 1617086 w 6406726"/>
              <a:gd name="connsiteY2-110" fmla="*/ 499210 h 6209930"/>
              <a:gd name="connsiteX3-111" fmla="*/ 4309374 w 6406726"/>
              <a:gd name="connsiteY3-112" fmla="*/ 222450 h 6209930"/>
              <a:gd name="connsiteX4-113" fmla="*/ 6406726 w 6406726"/>
              <a:gd name="connsiteY4-114" fmla="*/ 3281333 h 6209930"/>
              <a:gd name="connsiteX5-115" fmla="*/ 3605040 w 6406726"/>
              <a:gd name="connsiteY5-116" fmla="*/ 6204293 h 6209930"/>
              <a:gd name="connsiteX6-117" fmla="*/ 121965 w 6406726"/>
              <a:gd name="connsiteY6-118" fmla="*/ 3970959 h 6209930"/>
              <a:gd name="connsiteX0-119" fmla="*/ 530846 w 6815607"/>
              <a:gd name="connsiteY0-120" fmla="*/ 3970959 h 6210056"/>
              <a:gd name="connsiteX1-121" fmla="*/ 515481 w 6815607"/>
              <a:gd name="connsiteY1-122" fmla="*/ 1917849 h 6210056"/>
              <a:gd name="connsiteX2-123" fmla="*/ 2025967 w 6815607"/>
              <a:gd name="connsiteY2-124" fmla="*/ 499210 h 6210056"/>
              <a:gd name="connsiteX3-125" fmla="*/ 4718255 w 6815607"/>
              <a:gd name="connsiteY3-126" fmla="*/ 222450 h 6210056"/>
              <a:gd name="connsiteX4-127" fmla="*/ 6815607 w 6815607"/>
              <a:gd name="connsiteY4-128" fmla="*/ 3281333 h 6210056"/>
              <a:gd name="connsiteX5-129" fmla="*/ 4013921 w 6815607"/>
              <a:gd name="connsiteY5-130" fmla="*/ 6204293 h 6210056"/>
              <a:gd name="connsiteX6-131" fmla="*/ 530846 w 6815607"/>
              <a:gd name="connsiteY6-132" fmla="*/ 3970959 h 6210056"/>
              <a:gd name="connsiteX0-133" fmla="*/ 1301373 w 6301309"/>
              <a:gd name="connsiteY0-134" fmla="*/ 3892296 h 6208674"/>
              <a:gd name="connsiteX1-135" fmla="*/ 1183 w 6301309"/>
              <a:gd name="connsiteY1-136" fmla="*/ 1917849 h 6208674"/>
              <a:gd name="connsiteX2-137" fmla="*/ 1511669 w 6301309"/>
              <a:gd name="connsiteY2-138" fmla="*/ 499210 h 6208674"/>
              <a:gd name="connsiteX3-139" fmla="*/ 4203957 w 6301309"/>
              <a:gd name="connsiteY3-140" fmla="*/ 222450 h 6208674"/>
              <a:gd name="connsiteX4-141" fmla="*/ 6301309 w 6301309"/>
              <a:gd name="connsiteY4-142" fmla="*/ 3281333 h 6208674"/>
              <a:gd name="connsiteX5-143" fmla="*/ 3499623 w 6301309"/>
              <a:gd name="connsiteY5-144" fmla="*/ 6204293 h 6208674"/>
              <a:gd name="connsiteX6-145" fmla="*/ 1301373 w 6301309"/>
              <a:gd name="connsiteY6-146" fmla="*/ 3892296 h 6208674"/>
              <a:gd name="connsiteX0-147" fmla="*/ 1301373 w 4378986"/>
              <a:gd name="connsiteY0-148" fmla="*/ 3855411 h 6180770"/>
              <a:gd name="connsiteX1-149" fmla="*/ 1183 w 4378986"/>
              <a:gd name="connsiteY1-150" fmla="*/ 1880964 h 6180770"/>
              <a:gd name="connsiteX2-151" fmla="*/ 1511669 w 4378986"/>
              <a:gd name="connsiteY2-152" fmla="*/ 462325 h 6180770"/>
              <a:gd name="connsiteX3-153" fmla="*/ 4203957 w 4378986"/>
              <a:gd name="connsiteY3-154" fmla="*/ 185565 h 6180770"/>
              <a:gd name="connsiteX4-155" fmla="*/ 4124975 w 4378986"/>
              <a:gd name="connsiteY4-156" fmla="*/ 2746251 h 6180770"/>
              <a:gd name="connsiteX5-157" fmla="*/ 3499623 w 4378986"/>
              <a:gd name="connsiteY5-158" fmla="*/ 6167408 h 6180770"/>
              <a:gd name="connsiteX6-159" fmla="*/ 1301373 w 4378986"/>
              <a:gd name="connsiteY6-160" fmla="*/ 3855411 h 6180770"/>
              <a:gd name="connsiteX0-161" fmla="*/ 873155 w 4396521"/>
              <a:gd name="connsiteY0-162" fmla="*/ 4038957 h 6186868"/>
              <a:gd name="connsiteX1-163" fmla="*/ 18718 w 4396521"/>
              <a:gd name="connsiteY1-164" fmla="*/ 1880964 h 6186868"/>
              <a:gd name="connsiteX2-165" fmla="*/ 1529204 w 4396521"/>
              <a:gd name="connsiteY2-166" fmla="*/ 462325 h 6186868"/>
              <a:gd name="connsiteX3-167" fmla="*/ 4221492 w 4396521"/>
              <a:gd name="connsiteY3-168" fmla="*/ 185565 h 6186868"/>
              <a:gd name="connsiteX4-169" fmla="*/ 4142510 w 4396521"/>
              <a:gd name="connsiteY4-170" fmla="*/ 2746251 h 6186868"/>
              <a:gd name="connsiteX5-171" fmla="*/ 3517158 w 4396521"/>
              <a:gd name="connsiteY5-172" fmla="*/ 6167408 h 6186868"/>
              <a:gd name="connsiteX6-173" fmla="*/ 873155 w 4396521"/>
              <a:gd name="connsiteY6-174" fmla="*/ 4038957 h 6186868"/>
              <a:gd name="connsiteX0-175" fmla="*/ 876771 w 4400137"/>
              <a:gd name="connsiteY0-176" fmla="*/ 4038957 h 5130913"/>
              <a:gd name="connsiteX1-177" fmla="*/ 22334 w 4400137"/>
              <a:gd name="connsiteY1-178" fmla="*/ 1880964 h 5130913"/>
              <a:gd name="connsiteX2-179" fmla="*/ 1532820 w 4400137"/>
              <a:gd name="connsiteY2-180" fmla="*/ 462325 h 5130913"/>
              <a:gd name="connsiteX3-181" fmla="*/ 4225108 w 4400137"/>
              <a:gd name="connsiteY3-182" fmla="*/ 185565 h 5130913"/>
              <a:gd name="connsiteX4-183" fmla="*/ 4146126 w 4400137"/>
              <a:gd name="connsiteY4-184" fmla="*/ 2746251 h 5130913"/>
              <a:gd name="connsiteX5-185" fmla="*/ 4045190 w 4400137"/>
              <a:gd name="connsiteY5-186" fmla="*/ 5092351 h 5130913"/>
              <a:gd name="connsiteX6-187" fmla="*/ 876771 w 4400137"/>
              <a:gd name="connsiteY6-188" fmla="*/ 4038957 h 5130913"/>
              <a:gd name="connsiteX0-189" fmla="*/ 876771 w 4316618"/>
              <a:gd name="connsiteY0-190" fmla="*/ 3966514 h 5058470"/>
              <a:gd name="connsiteX1-191" fmla="*/ 22334 w 4316618"/>
              <a:gd name="connsiteY1-192" fmla="*/ 1808521 h 5058470"/>
              <a:gd name="connsiteX2-193" fmla="*/ 1532820 w 4316618"/>
              <a:gd name="connsiteY2-194" fmla="*/ 389882 h 5058470"/>
              <a:gd name="connsiteX3-195" fmla="*/ 3490923 w 4316618"/>
              <a:gd name="connsiteY3-196" fmla="*/ 218006 h 5058470"/>
              <a:gd name="connsiteX4-197" fmla="*/ 4146126 w 4316618"/>
              <a:gd name="connsiteY4-198" fmla="*/ 2673808 h 5058470"/>
              <a:gd name="connsiteX5-199" fmla="*/ 4045190 w 4316618"/>
              <a:gd name="connsiteY5-200" fmla="*/ 5019908 h 5058470"/>
              <a:gd name="connsiteX6-201" fmla="*/ 876771 w 4316618"/>
              <a:gd name="connsiteY6-202" fmla="*/ 3966514 h 5058470"/>
              <a:gd name="connsiteX0-203" fmla="*/ 1003338 w 4443185"/>
              <a:gd name="connsiteY0-204" fmla="*/ 3966514 h 5056650"/>
              <a:gd name="connsiteX1-205" fmla="*/ 17796 w 4443185"/>
              <a:gd name="connsiteY1-206" fmla="*/ 2096950 h 5056650"/>
              <a:gd name="connsiteX2-207" fmla="*/ 1659387 w 4443185"/>
              <a:gd name="connsiteY2-208" fmla="*/ 389882 h 5056650"/>
              <a:gd name="connsiteX3-209" fmla="*/ 3617490 w 4443185"/>
              <a:gd name="connsiteY3-210" fmla="*/ 218006 h 5056650"/>
              <a:gd name="connsiteX4-211" fmla="*/ 4272693 w 4443185"/>
              <a:gd name="connsiteY4-212" fmla="*/ 2673808 h 5056650"/>
              <a:gd name="connsiteX5-213" fmla="*/ 4171757 w 4443185"/>
              <a:gd name="connsiteY5-214" fmla="*/ 5019908 h 5056650"/>
              <a:gd name="connsiteX6-215" fmla="*/ 1003338 w 4443185"/>
              <a:gd name="connsiteY6-216" fmla="*/ 3966514 h 5056650"/>
              <a:gd name="connsiteX0-217" fmla="*/ 996929 w 4436776"/>
              <a:gd name="connsiteY0-218" fmla="*/ 3849911 h 4940047"/>
              <a:gd name="connsiteX1-219" fmla="*/ 11387 w 4436776"/>
              <a:gd name="connsiteY1-220" fmla="*/ 1980347 h 4940047"/>
              <a:gd name="connsiteX2-221" fmla="*/ 1495651 w 4436776"/>
              <a:gd name="connsiteY2-222" fmla="*/ 666593 h 4940047"/>
              <a:gd name="connsiteX3-223" fmla="*/ 3611081 w 4436776"/>
              <a:gd name="connsiteY3-224" fmla="*/ 101403 h 4940047"/>
              <a:gd name="connsiteX4-225" fmla="*/ 4266284 w 4436776"/>
              <a:gd name="connsiteY4-226" fmla="*/ 2557205 h 4940047"/>
              <a:gd name="connsiteX5-227" fmla="*/ 4165348 w 4436776"/>
              <a:gd name="connsiteY5-228" fmla="*/ 4903305 h 4940047"/>
              <a:gd name="connsiteX6-229" fmla="*/ 996929 w 4436776"/>
              <a:gd name="connsiteY6-230" fmla="*/ 3849911 h 4940047"/>
              <a:gd name="connsiteX0-231" fmla="*/ 996929 w 4436776"/>
              <a:gd name="connsiteY0-232" fmla="*/ 4013991 h 5104127"/>
              <a:gd name="connsiteX1-233" fmla="*/ 11387 w 4436776"/>
              <a:gd name="connsiteY1-234" fmla="*/ 2144427 h 5104127"/>
              <a:gd name="connsiteX2-235" fmla="*/ 1495651 w 4436776"/>
              <a:gd name="connsiteY2-236" fmla="*/ 830673 h 5104127"/>
              <a:gd name="connsiteX3-237" fmla="*/ 3243989 w 4436776"/>
              <a:gd name="connsiteY3-238" fmla="*/ 81936 h 5104127"/>
              <a:gd name="connsiteX4-239" fmla="*/ 4266284 w 4436776"/>
              <a:gd name="connsiteY4-240" fmla="*/ 2721285 h 5104127"/>
              <a:gd name="connsiteX5-241" fmla="*/ 4165348 w 4436776"/>
              <a:gd name="connsiteY5-242" fmla="*/ 5067385 h 5104127"/>
              <a:gd name="connsiteX6-243" fmla="*/ 996929 w 4436776"/>
              <a:gd name="connsiteY6-244" fmla="*/ 4013991 h 5104127"/>
              <a:gd name="connsiteX0-245" fmla="*/ 990016 w 4429863"/>
              <a:gd name="connsiteY0-246" fmla="*/ 4035721 h 5125857"/>
              <a:gd name="connsiteX1-247" fmla="*/ 4474 w 4429863"/>
              <a:gd name="connsiteY1-248" fmla="*/ 2166157 h 5125857"/>
              <a:gd name="connsiteX2-249" fmla="*/ 1278969 w 4429863"/>
              <a:gd name="connsiteY2-250" fmla="*/ 721298 h 5125857"/>
              <a:gd name="connsiteX3-251" fmla="*/ 3237076 w 4429863"/>
              <a:gd name="connsiteY3-252" fmla="*/ 103666 h 5125857"/>
              <a:gd name="connsiteX4-253" fmla="*/ 4259371 w 4429863"/>
              <a:gd name="connsiteY4-254" fmla="*/ 2743015 h 5125857"/>
              <a:gd name="connsiteX5-255" fmla="*/ 4158435 w 4429863"/>
              <a:gd name="connsiteY5-256" fmla="*/ 5089115 h 5125857"/>
              <a:gd name="connsiteX6-257" fmla="*/ 990016 w 4429863"/>
              <a:gd name="connsiteY6-258" fmla="*/ 4035721 h 5125857"/>
              <a:gd name="connsiteX0-259" fmla="*/ 990016 w 4516490"/>
              <a:gd name="connsiteY0-260" fmla="*/ 4033984 h 5125321"/>
              <a:gd name="connsiteX1-261" fmla="*/ 4474 w 4516490"/>
              <a:gd name="connsiteY1-262" fmla="*/ 2164420 h 5125321"/>
              <a:gd name="connsiteX2-263" fmla="*/ 1278969 w 4516490"/>
              <a:gd name="connsiteY2-264" fmla="*/ 719561 h 5125321"/>
              <a:gd name="connsiteX3-265" fmla="*/ 3237076 w 4516490"/>
              <a:gd name="connsiteY3-266" fmla="*/ 101929 h 5125321"/>
              <a:gd name="connsiteX4-267" fmla="*/ 4442917 w 4516490"/>
              <a:gd name="connsiteY4-268" fmla="*/ 2715056 h 5125321"/>
              <a:gd name="connsiteX5-269" fmla="*/ 4158435 w 4516490"/>
              <a:gd name="connsiteY5-270" fmla="*/ 5087378 h 5125321"/>
              <a:gd name="connsiteX6-271" fmla="*/ 990016 w 4516490"/>
              <a:gd name="connsiteY6-272" fmla="*/ 4033984 h 5125321"/>
              <a:gd name="connsiteX0-273" fmla="*/ 989970 w 4503680"/>
              <a:gd name="connsiteY0-274" fmla="*/ 4033984 h 4898899"/>
              <a:gd name="connsiteX1-275" fmla="*/ 4428 w 4503680"/>
              <a:gd name="connsiteY1-276" fmla="*/ 2164420 h 4898899"/>
              <a:gd name="connsiteX2-277" fmla="*/ 1278923 w 4503680"/>
              <a:gd name="connsiteY2-278" fmla="*/ 719561 h 4898899"/>
              <a:gd name="connsiteX3-279" fmla="*/ 3237030 w 4503680"/>
              <a:gd name="connsiteY3-280" fmla="*/ 101929 h 4898899"/>
              <a:gd name="connsiteX4-281" fmla="*/ 4442871 w 4503680"/>
              <a:gd name="connsiteY4-282" fmla="*/ 2715056 h 4898899"/>
              <a:gd name="connsiteX5-283" fmla="*/ 4132170 w 4503680"/>
              <a:gd name="connsiteY5-284" fmla="*/ 4851391 h 4898899"/>
              <a:gd name="connsiteX6-285" fmla="*/ 989970 w 4503680"/>
              <a:gd name="connsiteY6-286" fmla="*/ 4033984 h 4898899"/>
              <a:gd name="connsiteX0-287" fmla="*/ 1143595 w 4490722"/>
              <a:gd name="connsiteY0-288" fmla="*/ 3876658 h 4883722"/>
              <a:gd name="connsiteX1-289" fmla="*/ 727 w 4490722"/>
              <a:gd name="connsiteY1-290" fmla="*/ 2164420 h 4883722"/>
              <a:gd name="connsiteX2-291" fmla="*/ 1275222 w 4490722"/>
              <a:gd name="connsiteY2-292" fmla="*/ 719561 h 4883722"/>
              <a:gd name="connsiteX3-293" fmla="*/ 3233329 w 4490722"/>
              <a:gd name="connsiteY3-294" fmla="*/ 101929 h 4883722"/>
              <a:gd name="connsiteX4-295" fmla="*/ 4439170 w 4490722"/>
              <a:gd name="connsiteY4-296" fmla="*/ 2715056 h 4883722"/>
              <a:gd name="connsiteX5-297" fmla="*/ 4128469 w 4490722"/>
              <a:gd name="connsiteY5-298" fmla="*/ 4851391 h 4883722"/>
              <a:gd name="connsiteX6-299" fmla="*/ 1143595 w 4490722"/>
              <a:gd name="connsiteY6-300" fmla="*/ 3876658 h 4883722"/>
              <a:gd name="connsiteX0-301" fmla="*/ 1143737 w 4830278"/>
              <a:gd name="connsiteY0-302" fmla="*/ 3876658 h 4276475"/>
              <a:gd name="connsiteX1-303" fmla="*/ 869 w 4830278"/>
              <a:gd name="connsiteY1-304" fmla="*/ 2164420 h 4276475"/>
              <a:gd name="connsiteX2-305" fmla="*/ 1275364 w 4830278"/>
              <a:gd name="connsiteY2-306" fmla="*/ 719561 h 4276475"/>
              <a:gd name="connsiteX3-307" fmla="*/ 3233471 w 4830278"/>
              <a:gd name="connsiteY3-308" fmla="*/ 101929 h 4276475"/>
              <a:gd name="connsiteX4-309" fmla="*/ 4439312 w 4830278"/>
              <a:gd name="connsiteY4-310" fmla="*/ 2715056 h 4276475"/>
              <a:gd name="connsiteX5-311" fmla="*/ 4626809 w 4830278"/>
              <a:gd name="connsiteY5-312" fmla="*/ 4195870 h 4276475"/>
              <a:gd name="connsiteX6-313" fmla="*/ 1143737 w 4830278"/>
              <a:gd name="connsiteY6-314" fmla="*/ 3876658 h 4276475"/>
              <a:gd name="connsiteX0-315" fmla="*/ 1143737 w 4830278"/>
              <a:gd name="connsiteY0-316" fmla="*/ 3876658 h 4276475"/>
              <a:gd name="connsiteX1-317" fmla="*/ 869 w 4830278"/>
              <a:gd name="connsiteY1-318" fmla="*/ 2164420 h 4276475"/>
              <a:gd name="connsiteX2-319" fmla="*/ 1275364 w 4830278"/>
              <a:gd name="connsiteY2-320" fmla="*/ 719561 h 4276475"/>
              <a:gd name="connsiteX3-321" fmla="*/ 3233471 w 4830278"/>
              <a:gd name="connsiteY3-322" fmla="*/ 101929 h 4276475"/>
              <a:gd name="connsiteX4-323" fmla="*/ 4439312 w 4830278"/>
              <a:gd name="connsiteY4-324" fmla="*/ 2715056 h 4276475"/>
              <a:gd name="connsiteX5-325" fmla="*/ 4626809 w 4830278"/>
              <a:gd name="connsiteY5-326" fmla="*/ 4195870 h 4276475"/>
              <a:gd name="connsiteX6-327" fmla="*/ 1143737 w 4830278"/>
              <a:gd name="connsiteY6-328" fmla="*/ 3876658 h 4276475"/>
              <a:gd name="connsiteX0-329" fmla="*/ 1143737 w 4729880"/>
              <a:gd name="connsiteY0-330" fmla="*/ 3876658 h 4566390"/>
              <a:gd name="connsiteX1-331" fmla="*/ 869 w 4729880"/>
              <a:gd name="connsiteY1-332" fmla="*/ 2164420 h 4566390"/>
              <a:gd name="connsiteX2-333" fmla="*/ 1275364 w 4729880"/>
              <a:gd name="connsiteY2-334" fmla="*/ 719561 h 4566390"/>
              <a:gd name="connsiteX3-335" fmla="*/ 3233471 w 4729880"/>
              <a:gd name="connsiteY3-336" fmla="*/ 101929 h 4566390"/>
              <a:gd name="connsiteX4-337" fmla="*/ 4439312 w 4729880"/>
              <a:gd name="connsiteY4-338" fmla="*/ 2715056 h 4566390"/>
              <a:gd name="connsiteX5-339" fmla="*/ 4626809 w 4729880"/>
              <a:gd name="connsiteY5-340" fmla="*/ 4195870 h 4566390"/>
              <a:gd name="connsiteX6-341" fmla="*/ 1143737 w 4729880"/>
              <a:gd name="connsiteY6-342" fmla="*/ 3876658 h 4566390"/>
              <a:gd name="connsiteX0-343" fmla="*/ 1143737 w 4781857"/>
              <a:gd name="connsiteY0-344" fmla="*/ 3876658 h 4566390"/>
              <a:gd name="connsiteX1-345" fmla="*/ 869 w 4781857"/>
              <a:gd name="connsiteY1-346" fmla="*/ 2164420 h 4566390"/>
              <a:gd name="connsiteX2-347" fmla="*/ 1275364 w 4781857"/>
              <a:gd name="connsiteY2-348" fmla="*/ 719561 h 4566390"/>
              <a:gd name="connsiteX3-349" fmla="*/ 3233471 w 4781857"/>
              <a:gd name="connsiteY3-350" fmla="*/ 101929 h 4566390"/>
              <a:gd name="connsiteX4-351" fmla="*/ 4439312 w 4781857"/>
              <a:gd name="connsiteY4-352" fmla="*/ 2715056 h 4566390"/>
              <a:gd name="connsiteX5-353" fmla="*/ 4626809 w 4781857"/>
              <a:gd name="connsiteY5-354" fmla="*/ 4195870 h 4566390"/>
              <a:gd name="connsiteX6-355" fmla="*/ 1143737 w 4781857"/>
              <a:gd name="connsiteY6-356" fmla="*/ 3876658 h 4566390"/>
              <a:gd name="connsiteX0-357" fmla="*/ 1143737 w 4689847"/>
              <a:gd name="connsiteY0-358" fmla="*/ 3978344 h 4570494"/>
              <a:gd name="connsiteX1-359" fmla="*/ 869 w 4689847"/>
              <a:gd name="connsiteY1-360" fmla="*/ 2266106 h 4570494"/>
              <a:gd name="connsiteX2-361" fmla="*/ 1275364 w 4689847"/>
              <a:gd name="connsiteY2-362" fmla="*/ 821247 h 4570494"/>
              <a:gd name="connsiteX3-363" fmla="*/ 3233471 w 4689847"/>
              <a:gd name="connsiteY3-364" fmla="*/ 203615 h 4570494"/>
              <a:gd name="connsiteX4-365" fmla="*/ 4626809 w 4689847"/>
              <a:gd name="connsiteY4-366" fmla="*/ 4297556 h 4570494"/>
              <a:gd name="connsiteX5-367" fmla="*/ 1143737 w 4689847"/>
              <a:gd name="connsiteY5-368" fmla="*/ 3978344 h 4570494"/>
              <a:gd name="connsiteX0-369" fmla="*/ 1266682 w 4820931"/>
              <a:gd name="connsiteY0-370" fmla="*/ 4022119 h 4614269"/>
              <a:gd name="connsiteX1-371" fmla="*/ 123814 w 4820931"/>
              <a:gd name="connsiteY1-372" fmla="*/ 2309881 h 4614269"/>
              <a:gd name="connsiteX2-373" fmla="*/ 327829 w 4820931"/>
              <a:gd name="connsiteY2-374" fmla="*/ 691349 h 4614269"/>
              <a:gd name="connsiteX3-375" fmla="*/ 3356416 w 4820931"/>
              <a:gd name="connsiteY3-376" fmla="*/ 247390 h 4614269"/>
              <a:gd name="connsiteX4-377" fmla="*/ 4749754 w 4820931"/>
              <a:gd name="connsiteY4-378" fmla="*/ 4341331 h 4614269"/>
              <a:gd name="connsiteX5-379" fmla="*/ 1266682 w 4820931"/>
              <a:gd name="connsiteY5-380" fmla="*/ 4022119 h 4614269"/>
              <a:gd name="connsiteX0-381" fmla="*/ 1266682 w 4817449"/>
              <a:gd name="connsiteY0-382" fmla="*/ 3573898 h 4111607"/>
              <a:gd name="connsiteX1-383" fmla="*/ 123814 w 4817449"/>
              <a:gd name="connsiteY1-384" fmla="*/ 1861660 h 4111607"/>
              <a:gd name="connsiteX2-385" fmla="*/ 327829 w 4817449"/>
              <a:gd name="connsiteY2-386" fmla="*/ 243128 h 4111607"/>
              <a:gd name="connsiteX3-387" fmla="*/ 3322721 w 4817449"/>
              <a:gd name="connsiteY3-388" fmla="*/ 536372 h 4111607"/>
              <a:gd name="connsiteX4-389" fmla="*/ 4749754 w 4817449"/>
              <a:gd name="connsiteY4-390" fmla="*/ 3893110 h 4111607"/>
              <a:gd name="connsiteX5-391" fmla="*/ 1266682 w 4817449"/>
              <a:gd name="connsiteY5-392" fmla="*/ 3573898 h 4111607"/>
              <a:gd name="connsiteX0-393" fmla="*/ 1266682 w 4325791"/>
              <a:gd name="connsiteY0-394" fmla="*/ 3558072 h 3851855"/>
              <a:gd name="connsiteX1-395" fmla="*/ 123814 w 4325791"/>
              <a:gd name="connsiteY1-396" fmla="*/ 1845834 h 3851855"/>
              <a:gd name="connsiteX2-397" fmla="*/ 327829 w 4325791"/>
              <a:gd name="connsiteY2-398" fmla="*/ 227302 h 3851855"/>
              <a:gd name="connsiteX3-399" fmla="*/ 3322721 w 4325791"/>
              <a:gd name="connsiteY3-400" fmla="*/ 520546 h 3851855"/>
              <a:gd name="connsiteX4-401" fmla="*/ 4225746 w 4325791"/>
              <a:gd name="connsiteY4-402" fmla="*/ 3544713 h 3851855"/>
              <a:gd name="connsiteX5-403" fmla="*/ 1266682 w 4325791"/>
              <a:gd name="connsiteY5-404" fmla="*/ 3558072 h 3851855"/>
              <a:gd name="connsiteX0-405" fmla="*/ 1266682 w 4420061"/>
              <a:gd name="connsiteY0-406" fmla="*/ 3558072 h 3839370"/>
              <a:gd name="connsiteX1-407" fmla="*/ 123814 w 4420061"/>
              <a:gd name="connsiteY1-408" fmla="*/ 1845834 h 3839370"/>
              <a:gd name="connsiteX2-409" fmla="*/ 327829 w 4420061"/>
              <a:gd name="connsiteY2-410" fmla="*/ 227302 h 3839370"/>
              <a:gd name="connsiteX3-411" fmla="*/ 3322721 w 4420061"/>
              <a:gd name="connsiteY3-412" fmla="*/ 520546 h 3839370"/>
              <a:gd name="connsiteX4-413" fmla="*/ 4225746 w 4420061"/>
              <a:gd name="connsiteY4-414" fmla="*/ 3544713 h 3839370"/>
              <a:gd name="connsiteX5-415" fmla="*/ 1266682 w 4420061"/>
              <a:gd name="connsiteY5-416" fmla="*/ 3558072 h 3839370"/>
              <a:gd name="connsiteX0-417" fmla="*/ 1035240 w 4188619"/>
              <a:gd name="connsiteY0-418" fmla="*/ 3558072 h 3839370"/>
              <a:gd name="connsiteX1-419" fmla="*/ 96387 w 4188619"/>
              <a:gd name="connsiteY1-420" fmla="*/ 227302 h 3839370"/>
              <a:gd name="connsiteX2-421" fmla="*/ 3091279 w 4188619"/>
              <a:gd name="connsiteY2-422" fmla="*/ 520546 h 3839370"/>
              <a:gd name="connsiteX3-423" fmla="*/ 3994304 w 4188619"/>
              <a:gd name="connsiteY3-424" fmla="*/ 3544713 h 3839370"/>
              <a:gd name="connsiteX4-425" fmla="*/ 1035240 w 4188619"/>
              <a:gd name="connsiteY4-426" fmla="*/ 3558072 h 3839370"/>
              <a:gd name="connsiteX0-427" fmla="*/ 502902 w 4292118"/>
              <a:gd name="connsiteY0-428" fmla="*/ 2692665 h 3627138"/>
              <a:gd name="connsiteX1-429" fmla="*/ 249063 w 4292118"/>
              <a:gd name="connsiteY1-430" fmla="*/ 227302 h 3627138"/>
              <a:gd name="connsiteX2-431" fmla="*/ 3243955 w 4292118"/>
              <a:gd name="connsiteY2-432" fmla="*/ 520546 h 3627138"/>
              <a:gd name="connsiteX3-433" fmla="*/ 4146980 w 4292118"/>
              <a:gd name="connsiteY3-434" fmla="*/ 3544713 h 3627138"/>
              <a:gd name="connsiteX4-435" fmla="*/ 502902 w 4292118"/>
              <a:gd name="connsiteY4-436" fmla="*/ 2692665 h 3627138"/>
              <a:gd name="connsiteX0-437" fmla="*/ 685649 w 4474865"/>
              <a:gd name="connsiteY0-438" fmla="*/ 2692665 h 3733249"/>
              <a:gd name="connsiteX1-439" fmla="*/ 431810 w 4474865"/>
              <a:gd name="connsiteY1-440" fmla="*/ 227302 h 3733249"/>
              <a:gd name="connsiteX2-441" fmla="*/ 3426702 w 4474865"/>
              <a:gd name="connsiteY2-442" fmla="*/ 520546 h 3733249"/>
              <a:gd name="connsiteX3-443" fmla="*/ 4329727 w 4474865"/>
              <a:gd name="connsiteY3-444" fmla="*/ 3544713 h 3733249"/>
              <a:gd name="connsiteX4-445" fmla="*/ 685649 w 4474865"/>
              <a:gd name="connsiteY4-446" fmla="*/ 2692665 h 3733249"/>
              <a:gd name="connsiteX0-447" fmla="*/ 685649 w 4711135"/>
              <a:gd name="connsiteY0-448" fmla="*/ 2692665 h 3787296"/>
              <a:gd name="connsiteX1-449" fmla="*/ 431810 w 4711135"/>
              <a:gd name="connsiteY1-450" fmla="*/ 227302 h 3787296"/>
              <a:gd name="connsiteX2-451" fmla="*/ 3426702 w 4711135"/>
              <a:gd name="connsiteY2-452" fmla="*/ 520546 h 3787296"/>
              <a:gd name="connsiteX3-453" fmla="*/ 4329727 w 4711135"/>
              <a:gd name="connsiteY3-454" fmla="*/ 3544713 h 3787296"/>
              <a:gd name="connsiteX4-455" fmla="*/ 685649 w 4711135"/>
              <a:gd name="connsiteY4-456" fmla="*/ 2692665 h 3787296"/>
              <a:gd name="connsiteX0-457" fmla="*/ 685649 w 4711135"/>
              <a:gd name="connsiteY0-458" fmla="*/ 2731927 h 3826558"/>
              <a:gd name="connsiteX1-459" fmla="*/ 431810 w 4711135"/>
              <a:gd name="connsiteY1-460" fmla="*/ 266564 h 3826558"/>
              <a:gd name="connsiteX2-461" fmla="*/ 3426702 w 4711135"/>
              <a:gd name="connsiteY2-462" fmla="*/ 559808 h 3826558"/>
              <a:gd name="connsiteX3-463" fmla="*/ 4329727 w 4711135"/>
              <a:gd name="connsiteY3-464" fmla="*/ 3583975 h 3826558"/>
              <a:gd name="connsiteX4-465" fmla="*/ 685649 w 4711135"/>
              <a:gd name="connsiteY4-466" fmla="*/ 2731927 h 3826558"/>
              <a:gd name="connsiteX0-467" fmla="*/ 685649 w 4794590"/>
              <a:gd name="connsiteY0-468" fmla="*/ 2731927 h 4047899"/>
              <a:gd name="connsiteX1-469" fmla="*/ 431810 w 4794590"/>
              <a:gd name="connsiteY1-470" fmla="*/ 266564 h 4047899"/>
              <a:gd name="connsiteX2-471" fmla="*/ 3426702 w 4794590"/>
              <a:gd name="connsiteY2-472" fmla="*/ 559808 h 4047899"/>
              <a:gd name="connsiteX3-473" fmla="*/ 4329727 w 4794590"/>
              <a:gd name="connsiteY3-474" fmla="*/ 3583975 h 4047899"/>
              <a:gd name="connsiteX4-475" fmla="*/ 685649 w 4794590"/>
              <a:gd name="connsiteY4-476" fmla="*/ 2731927 h 4047899"/>
              <a:gd name="connsiteX0-477" fmla="*/ 685649 w 4780314"/>
              <a:gd name="connsiteY0-478" fmla="*/ 2731927 h 3897790"/>
              <a:gd name="connsiteX1-479" fmla="*/ 431810 w 4780314"/>
              <a:gd name="connsiteY1-480" fmla="*/ 266564 h 3897790"/>
              <a:gd name="connsiteX2-481" fmla="*/ 3426702 w 4780314"/>
              <a:gd name="connsiteY2-482" fmla="*/ 559808 h 3897790"/>
              <a:gd name="connsiteX3-483" fmla="*/ 4329727 w 4780314"/>
              <a:gd name="connsiteY3-484" fmla="*/ 3583975 h 3897790"/>
              <a:gd name="connsiteX4-485" fmla="*/ 685649 w 4780314"/>
              <a:gd name="connsiteY4-486" fmla="*/ 2731927 h 3897790"/>
              <a:gd name="connsiteX0-487" fmla="*/ 685649 w 4780314"/>
              <a:gd name="connsiteY0-488" fmla="*/ 2832860 h 3998723"/>
              <a:gd name="connsiteX1-489" fmla="*/ 431810 w 4780314"/>
              <a:gd name="connsiteY1-490" fmla="*/ 367497 h 3998723"/>
              <a:gd name="connsiteX2-491" fmla="*/ 3426702 w 4780314"/>
              <a:gd name="connsiteY2-492" fmla="*/ 660741 h 3998723"/>
              <a:gd name="connsiteX3-493" fmla="*/ 4329727 w 4780314"/>
              <a:gd name="connsiteY3-494" fmla="*/ 3684908 h 3998723"/>
              <a:gd name="connsiteX4-495" fmla="*/ 685649 w 4780314"/>
              <a:gd name="connsiteY4-496" fmla="*/ 2832860 h 3998723"/>
              <a:gd name="connsiteX0-497" fmla="*/ 722208 w 4816873"/>
              <a:gd name="connsiteY0-498" fmla="*/ 2832860 h 3998723"/>
              <a:gd name="connsiteX1-499" fmla="*/ 468369 w 4816873"/>
              <a:gd name="connsiteY1-500" fmla="*/ 367497 h 3998723"/>
              <a:gd name="connsiteX2-501" fmla="*/ 3463261 w 4816873"/>
              <a:gd name="connsiteY2-502" fmla="*/ 660741 h 3998723"/>
              <a:gd name="connsiteX3-503" fmla="*/ 4366286 w 4816873"/>
              <a:gd name="connsiteY3-504" fmla="*/ 3684908 h 3998723"/>
              <a:gd name="connsiteX4-505" fmla="*/ 722208 w 4816873"/>
              <a:gd name="connsiteY4-506" fmla="*/ 2832860 h 3998723"/>
              <a:gd name="connsiteX0-507" fmla="*/ 963460 w 5058125"/>
              <a:gd name="connsiteY0-508" fmla="*/ 2832860 h 3998723"/>
              <a:gd name="connsiteX1-509" fmla="*/ 709621 w 5058125"/>
              <a:gd name="connsiteY1-510" fmla="*/ 367497 h 3998723"/>
              <a:gd name="connsiteX2-511" fmla="*/ 3704513 w 5058125"/>
              <a:gd name="connsiteY2-512" fmla="*/ 660741 h 3998723"/>
              <a:gd name="connsiteX3-513" fmla="*/ 4607538 w 5058125"/>
              <a:gd name="connsiteY3-514" fmla="*/ 3684908 h 3998723"/>
              <a:gd name="connsiteX4-515" fmla="*/ 963460 w 5058125"/>
              <a:gd name="connsiteY4-516" fmla="*/ 2832860 h 3998723"/>
              <a:gd name="connsiteX0-517" fmla="*/ 737614 w 4832279"/>
              <a:gd name="connsiteY0-518" fmla="*/ 2778237 h 3944100"/>
              <a:gd name="connsiteX1-519" fmla="*/ 483775 w 4832279"/>
              <a:gd name="connsiteY1-520" fmla="*/ 312874 h 3944100"/>
              <a:gd name="connsiteX2-521" fmla="*/ 3478667 w 4832279"/>
              <a:gd name="connsiteY2-522" fmla="*/ 606118 h 3944100"/>
              <a:gd name="connsiteX3-523" fmla="*/ 4381692 w 4832279"/>
              <a:gd name="connsiteY3-524" fmla="*/ 3630285 h 3944100"/>
              <a:gd name="connsiteX4-525" fmla="*/ 737614 w 4832279"/>
              <a:gd name="connsiteY4-526" fmla="*/ 2778237 h 39441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32279" h="3944100">
                <a:moveTo>
                  <a:pt x="737614" y="2778237"/>
                </a:moveTo>
                <a:cubicBezTo>
                  <a:pt x="-396534" y="1659997"/>
                  <a:pt x="-7825" y="904211"/>
                  <a:pt x="483775" y="312874"/>
                </a:cubicBezTo>
                <a:cubicBezTo>
                  <a:pt x="975375" y="-278463"/>
                  <a:pt x="2829014" y="53216"/>
                  <a:pt x="3478667" y="606118"/>
                </a:cubicBezTo>
                <a:cubicBezTo>
                  <a:pt x="4128320" y="1159020"/>
                  <a:pt x="5560190" y="2986354"/>
                  <a:pt x="4381692" y="3630285"/>
                </a:cubicBezTo>
                <a:cubicBezTo>
                  <a:pt x="3203194" y="4274216"/>
                  <a:pt x="1871762" y="3896477"/>
                  <a:pt x="737614" y="277823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" name="组合 16" descr="c19f6942-6273-49d6-9dca-caab9bc663aa"/>
          <p:cNvGrpSpPr/>
          <p:nvPr/>
        </p:nvGrpSpPr>
        <p:grpSpPr>
          <a:xfrm>
            <a:off x="5654292" y="1724698"/>
            <a:ext cx="850226" cy="575177"/>
            <a:chOff x="5654291" y="1569392"/>
            <a:chExt cx="850226" cy="465162"/>
          </a:xfrm>
        </p:grpSpPr>
        <p:sp>
          <p:nvSpPr>
            <p:cNvPr id="18" name="任意多边形 17" descr="b1f0f1bd-50c1-4d74-9553-d8934f7cf1a7"/>
            <p:cNvSpPr/>
            <p:nvPr/>
          </p:nvSpPr>
          <p:spPr>
            <a:xfrm>
              <a:off x="5654291" y="1569392"/>
              <a:ext cx="850226" cy="212556"/>
            </a:xfrm>
            <a:custGeom>
              <a:avLst/>
              <a:gdLst>
                <a:gd name="connsiteX0" fmla="*/ 0 w 850226"/>
                <a:gd name="connsiteY0" fmla="*/ 106278 h 212556"/>
                <a:gd name="connsiteX1" fmla="*/ 425113 w 850226"/>
                <a:gd name="connsiteY1" fmla="*/ 0 h 212556"/>
                <a:gd name="connsiteX2" fmla="*/ 850227 w 850226"/>
                <a:gd name="connsiteY2" fmla="*/ 106278 h 212556"/>
                <a:gd name="connsiteX3" fmla="*/ 425113 w 850226"/>
                <a:gd name="connsiteY3" fmla="*/ 212557 h 212556"/>
                <a:gd name="connsiteX4" fmla="*/ 0 w 850226"/>
                <a:gd name="connsiteY4" fmla="*/ 106278 h 2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226" h="212556">
                  <a:moveTo>
                    <a:pt x="0" y="106278"/>
                  </a:moveTo>
                  <a:lnTo>
                    <a:pt x="425113" y="0"/>
                  </a:lnTo>
                  <a:lnTo>
                    <a:pt x="850227" y="106278"/>
                  </a:lnTo>
                  <a:lnTo>
                    <a:pt x="425113" y="212557"/>
                  </a:lnTo>
                  <a:lnTo>
                    <a:pt x="0" y="106278"/>
                  </a:lnTo>
                  <a:close/>
                </a:path>
              </a:pathLst>
            </a:custGeom>
            <a:noFill/>
            <a:ln w="31602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9" name="任意多边形 18" descr="aeeaf770-6503-4319-ae89-2740928e25a8"/>
            <p:cNvSpPr/>
            <p:nvPr/>
          </p:nvSpPr>
          <p:spPr>
            <a:xfrm>
              <a:off x="5845592" y="1739437"/>
              <a:ext cx="467624" cy="276323"/>
            </a:xfrm>
            <a:custGeom>
              <a:avLst/>
              <a:gdLst>
                <a:gd name="connsiteX0" fmla="*/ 0 w 467624"/>
                <a:gd name="connsiteY0" fmla="*/ 0 h 276323"/>
                <a:gd name="connsiteX1" fmla="*/ 0 w 467624"/>
                <a:gd name="connsiteY1" fmla="*/ 211932 h 276323"/>
                <a:gd name="connsiteX2" fmla="*/ 233812 w 467624"/>
                <a:gd name="connsiteY2" fmla="*/ 276324 h 276323"/>
                <a:gd name="connsiteX3" fmla="*/ 467625 w 467624"/>
                <a:gd name="connsiteY3" fmla="*/ 211932 h 276323"/>
                <a:gd name="connsiteX4" fmla="*/ 467625 w 467624"/>
                <a:gd name="connsiteY4" fmla="*/ 0 h 27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624" h="276323">
                  <a:moveTo>
                    <a:pt x="0" y="0"/>
                  </a:moveTo>
                  <a:lnTo>
                    <a:pt x="0" y="211932"/>
                  </a:lnTo>
                  <a:cubicBezTo>
                    <a:pt x="0" y="211932"/>
                    <a:pt x="106278" y="276324"/>
                    <a:pt x="233812" y="276324"/>
                  </a:cubicBezTo>
                  <a:cubicBezTo>
                    <a:pt x="361346" y="276324"/>
                    <a:pt x="467625" y="211932"/>
                    <a:pt x="467625" y="211932"/>
                  </a:cubicBezTo>
                  <a:lnTo>
                    <a:pt x="467625" y="0"/>
                  </a:lnTo>
                </a:path>
              </a:pathLst>
            </a:custGeom>
            <a:noFill/>
            <a:ln w="31602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 19" descr="c0c6c084-7cac-46bf-8f34-b038dedf8335"/>
            <p:cNvSpPr/>
            <p:nvPr/>
          </p:nvSpPr>
          <p:spPr>
            <a:xfrm>
              <a:off x="5718058" y="1696926"/>
              <a:ext cx="45719" cy="252000"/>
            </a:xfrm>
            <a:custGeom>
              <a:avLst/>
              <a:gdLst>
                <a:gd name="connsiteX0" fmla="*/ 0 w 21255"/>
                <a:gd name="connsiteY0" fmla="*/ 0 h 467624"/>
                <a:gd name="connsiteX1" fmla="*/ 0 w 21255"/>
                <a:gd name="connsiteY1" fmla="*/ 467625 h 46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55" h="467624">
                  <a:moveTo>
                    <a:pt x="0" y="0"/>
                  </a:moveTo>
                  <a:lnTo>
                    <a:pt x="0" y="467625"/>
                  </a:lnTo>
                </a:path>
              </a:pathLst>
            </a:custGeom>
            <a:noFill/>
            <a:ln w="31602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 20" descr="d409c3a2-6be8-415e-9f9e-81c008a1cf39"/>
            <p:cNvSpPr/>
            <p:nvPr/>
          </p:nvSpPr>
          <p:spPr>
            <a:xfrm>
              <a:off x="5677128" y="1962554"/>
              <a:ext cx="72000" cy="72000"/>
            </a:xfrm>
            <a:custGeom>
              <a:avLst/>
              <a:gdLst>
                <a:gd name="connsiteX0" fmla="*/ 0 w 127534"/>
                <a:gd name="connsiteY0" fmla="*/ 0 h 127534"/>
                <a:gd name="connsiteX1" fmla="*/ 127534 w 127534"/>
                <a:gd name="connsiteY1" fmla="*/ 0 h 127534"/>
                <a:gd name="connsiteX2" fmla="*/ 127534 w 127534"/>
                <a:gd name="connsiteY2" fmla="*/ 127534 h 127534"/>
                <a:gd name="connsiteX3" fmla="*/ 0 w 127534"/>
                <a:gd name="connsiteY3" fmla="*/ 127534 h 127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4" h="127534">
                  <a:moveTo>
                    <a:pt x="0" y="0"/>
                  </a:moveTo>
                  <a:lnTo>
                    <a:pt x="127534" y="0"/>
                  </a:lnTo>
                  <a:lnTo>
                    <a:pt x="127534" y="127534"/>
                  </a:lnTo>
                  <a:lnTo>
                    <a:pt x="0" y="127534"/>
                  </a:lnTo>
                  <a:close/>
                </a:path>
              </a:pathLst>
            </a:custGeom>
            <a:noFill/>
            <a:ln w="31602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 descr="71b64360-39cd-4e8c-84e5-29e3c91eb530"/>
          <p:cNvSpPr>
            <a:spLocks noGrp="1"/>
          </p:cNvSpPr>
          <p:nvPr>
            <p:ph type="title" hasCustomPrompt="1"/>
          </p:nvPr>
        </p:nvSpPr>
        <p:spPr>
          <a:xfrm>
            <a:off x="1009770" y="2854379"/>
            <a:ext cx="1017246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 descr="cf84be9a-0949-40f0-b69b-d2d6afcdfa9f"/>
          <p:cNvSpPr>
            <a:spLocks noGrp="1"/>
          </p:cNvSpPr>
          <p:nvPr>
            <p:ph type="body" idx="1" hasCustomPrompt="1"/>
          </p:nvPr>
        </p:nvSpPr>
        <p:spPr>
          <a:xfrm>
            <a:off x="1009770" y="4312566"/>
            <a:ext cx="10172460" cy="882552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</a:t>
            </a:r>
            <a:endParaRPr lang="en-US" dirty="0"/>
          </a:p>
          <a:p>
            <a:pPr lvl="0"/>
            <a:r>
              <a:rPr lang="en-US" dirty="0"/>
              <a:t>add text</a:t>
            </a:r>
            <a:endParaRPr lang="en-US" dirty="0"/>
          </a:p>
        </p:txBody>
      </p:sp>
      <p:sp>
        <p:nvSpPr>
          <p:cNvPr id="4" name="日期占位符 3" descr="b076e51f-809f-4bf4-afea-3e193063fa4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7735260d-3410-408d-ad3d-8ddc23b2779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545523ff-3d09-4903-b53e-2d82b53fc8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a9f9194c-65a1-4d79-b460-efda2dd09b0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fac46f9d-c3ae-41a1-a69a-421d78ff218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fd0ac982-0038-415b-adc8-771c11c3f0a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29cd7ecb-dd8b-48a5-9f3e-c014633f85b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c8a7c91e-fd5f-4644-b475-6139efc66c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b996af38-62df-4b70-9bb7-150d6cef904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443d3587-3e36-46ad-91e0-0a215a67ab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 descr="825d8eb8-8341-45e8-9a78-bd1792a3a2eb"/>
          <p:cNvSpPr/>
          <p:nvPr/>
        </p:nvSpPr>
        <p:spPr>
          <a:xfrm>
            <a:off x="3372849" y="1"/>
            <a:ext cx="8010744" cy="998357"/>
          </a:xfrm>
          <a:custGeom>
            <a:avLst/>
            <a:gdLst>
              <a:gd name="connsiteX0" fmla="*/ 65 w 8010744"/>
              <a:gd name="connsiteY0" fmla="*/ 0 h 998357"/>
              <a:gd name="connsiteX1" fmla="*/ 8010744 w 8010744"/>
              <a:gd name="connsiteY1" fmla="*/ 0 h 998357"/>
              <a:gd name="connsiteX2" fmla="*/ 7950084 w 8010744"/>
              <a:gd name="connsiteY2" fmla="*/ 72761 h 998357"/>
              <a:gd name="connsiteX3" fmla="*/ 6380916 w 8010744"/>
              <a:gd name="connsiteY3" fmla="*/ 821957 h 998357"/>
              <a:gd name="connsiteX4" fmla="*/ 4108621 w 8010744"/>
              <a:gd name="connsiteY4" fmla="*/ 664835 h 998357"/>
              <a:gd name="connsiteX5" fmla="*/ 625543 w 8010744"/>
              <a:gd name="connsiteY5" fmla="*/ 789689 h 998357"/>
              <a:gd name="connsiteX6" fmla="*/ 0 w 8010744"/>
              <a:gd name="connsiteY6" fmla="*/ 2163 h 99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0744" h="998357">
                <a:moveTo>
                  <a:pt x="65" y="0"/>
                </a:moveTo>
                <a:lnTo>
                  <a:pt x="8010744" y="0"/>
                </a:lnTo>
                <a:lnTo>
                  <a:pt x="7950084" y="72761"/>
                </a:lnTo>
                <a:cubicBezTo>
                  <a:pt x="7580091" y="459536"/>
                  <a:pt x="6846249" y="681031"/>
                  <a:pt x="6380916" y="821957"/>
                </a:cubicBezTo>
                <a:cubicBezTo>
                  <a:pt x="5704068" y="1026940"/>
                  <a:pt x="5067850" y="670213"/>
                  <a:pt x="4108621" y="664835"/>
                </a:cubicBezTo>
                <a:cubicBezTo>
                  <a:pt x="3149392" y="659457"/>
                  <a:pt x="1810633" y="1325585"/>
                  <a:pt x="625543" y="789689"/>
                </a:cubicBezTo>
                <a:cubicBezTo>
                  <a:pt x="181135" y="588728"/>
                  <a:pt x="14816" y="307363"/>
                  <a:pt x="0" y="2163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cxnSp>
        <p:nvCxnSpPr>
          <p:cNvPr id="7" name="直接连接符 6" descr="d8ca6c6c-f95c-472d-b516-600f3d1fde40"/>
          <p:cNvCxnSpPr/>
          <p:nvPr/>
        </p:nvCxnSpPr>
        <p:spPr>
          <a:xfrm>
            <a:off x="965469" y="4142827"/>
            <a:ext cx="3590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 descr="2f8e970e-4323-4f88-9a43-3766ac1e3b9d"/>
          <p:cNvSpPr/>
          <p:nvPr/>
        </p:nvSpPr>
        <p:spPr>
          <a:xfrm>
            <a:off x="965469" y="4623598"/>
            <a:ext cx="216000" cy="216000"/>
          </a:xfrm>
          <a:prstGeom prst="roundRect">
            <a:avLst/>
          </a:prstGeom>
          <a:solidFill>
            <a:srgbClr val="B1A28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 descr="60bab445-b8ce-46ba-a744-94284b52e802"/>
          <p:cNvSpPr/>
          <p:nvPr/>
        </p:nvSpPr>
        <p:spPr>
          <a:xfrm>
            <a:off x="965469" y="5263508"/>
            <a:ext cx="216000" cy="216000"/>
          </a:xfrm>
          <a:prstGeom prst="roundRect">
            <a:avLst/>
          </a:prstGeom>
          <a:solidFill>
            <a:srgbClr val="B1A28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任意多边形 9" descr="4cabc0c8-7b12-45bb-bba7-2cd6d2b72e1e"/>
          <p:cNvSpPr/>
          <p:nvPr/>
        </p:nvSpPr>
        <p:spPr>
          <a:xfrm rot="991449">
            <a:off x="10895054" y="362063"/>
            <a:ext cx="1638244" cy="2162075"/>
          </a:xfrm>
          <a:custGeom>
            <a:avLst/>
            <a:gdLst>
              <a:gd name="connsiteX0" fmla="*/ 996817 w 1638244"/>
              <a:gd name="connsiteY0" fmla="*/ 0 h 2162075"/>
              <a:gd name="connsiteX1" fmla="*/ 1638244 w 1638244"/>
              <a:gd name="connsiteY1" fmla="*/ 2162075 h 2162075"/>
              <a:gd name="connsiteX2" fmla="*/ 1554026 w 1638244"/>
              <a:gd name="connsiteY2" fmla="*/ 2147725 h 2162075"/>
              <a:gd name="connsiteX3" fmla="*/ 581435 w 1638244"/>
              <a:gd name="connsiteY3" fmla="*/ 1840168 h 2162075"/>
              <a:gd name="connsiteX4" fmla="*/ 442 w 1638244"/>
              <a:gd name="connsiteY4" fmla="*/ 969728 h 2162075"/>
              <a:gd name="connsiteX5" fmla="*/ 648350 w 1638244"/>
              <a:gd name="connsiteY5" fmla="*/ 235214 h 2162075"/>
              <a:gd name="connsiteX6" fmla="*/ 990679 w 1638244"/>
              <a:gd name="connsiteY6" fmla="*/ 2813 h 21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8244" h="2162075">
                <a:moveTo>
                  <a:pt x="996817" y="0"/>
                </a:moveTo>
                <a:lnTo>
                  <a:pt x="1638244" y="2162075"/>
                </a:lnTo>
                <a:lnTo>
                  <a:pt x="1554026" y="2147725"/>
                </a:lnTo>
                <a:cubicBezTo>
                  <a:pt x="1180260" y="2074713"/>
                  <a:pt x="777407" y="1926228"/>
                  <a:pt x="581435" y="1840168"/>
                </a:cubicBezTo>
                <a:cubicBezTo>
                  <a:pt x="189491" y="1668049"/>
                  <a:pt x="-10710" y="1237221"/>
                  <a:pt x="442" y="969728"/>
                </a:cubicBezTo>
                <a:cubicBezTo>
                  <a:pt x="11595" y="702236"/>
                  <a:pt x="425224" y="436546"/>
                  <a:pt x="648350" y="235214"/>
                </a:cubicBezTo>
                <a:cubicBezTo>
                  <a:pt x="732021" y="159715"/>
                  <a:pt x="855224" y="72910"/>
                  <a:pt x="990679" y="2813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任意多边形 10" descr="0c59a1b9-3ca1-4caf-a6be-8b1735426950"/>
          <p:cNvSpPr/>
          <p:nvPr/>
        </p:nvSpPr>
        <p:spPr>
          <a:xfrm rot="21394011">
            <a:off x="9308353" y="3876014"/>
            <a:ext cx="2953248" cy="3063642"/>
          </a:xfrm>
          <a:custGeom>
            <a:avLst/>
            <a:gdLst>
              <a:gd name="connsiteX0" fmla="*/ 2041932 w 2953248"/>
              <a:gd name="connsiteY0" fmla="*/ 2134 h 3063642"/>
              <a:gd name="connsiteX1" fmla="*/ 2885431 w 2953248"/>
              <a:gd name="connsiteY1" fmla="*/ 359499 h 3063642"/>
              <a:gd name="connsiteX2" fmla="*/ 2953248 w 2953248"/>
              <a:gd name="connsiteY2" fmla="*/ 413809 h 3063642"/>
              <a:gd name="connsiteX3" fmla="*/ 2794280 w 2953248"/>
              <a:gd name="connsiteY3" fmla="*/ 3063642 h 3063642"/>
              <a:gd name="connsiteX4" fmla="*/ 0 w 2953248"/>
              <a:gd name="connsiteY4" fmla="*/ 2896009 h 3063642"/>
              <a:gd name="connsiteX5" fmla="*/ 119732 w 2953248"/>
              <a:gd name="connsiteY5" fmla="*/ 2809037 h 3063642"/>
              <a:gd name="connsiteX6" fmla="*/ 418593 w 2953248"/>
              <a:gd name="connsiteY6" fmla="*/ 2474689 h 3063642"/>
              <a:gd name="connsiteX7" fmla="*/ 1054743 w 2953248"/>
              <a:gd name="connsiteY7" fmla="*/ 349477 h 3063642"/>
              <a:gd name="connsiteX8" fmla="*/ 2041932 w 2953248"/>
              <a:gd name="connsiteY8" fmla="*/ 2134 h 306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53248" h="3063642">
                <a:moveTo>
                  <a:pt x="2041932" y="2134"/>
                </a:moveTo>
                <a:cubicBezTo>
                  <a:pt x="2319450" y="19240"/>
                  <a:pt x="2594661" y="139108"/>
                  <a:pt x="2885431" y="359499"/>
                </a:cubicBezTo>
                <a:lnTo>
                  <a:pt x="2953248" y="413809"/>
                </a:lnTo>
                <a:lnTo>
                  <a:pt x="2794280" y="3063642"/>
                </a:lnTo>
                <a:lnTo>
                  <a:pt x="0" y="2896009"/>
                </a:lnTo>
                <a:lnTo>
                  <a:pt x="119732" y="2809037"/>
                </a:lnTo>
                <a:cubicBezTo>
                  <a:pt x="243648" y="2712000"/>
                  <a:pt x="348871" y="2604718"/>
                  <a:pt x="418593" y="2474689"/>
                </a:cubicBezTo>
                <a:cubicBezTo>
                  <a:pt x="790443" y="1781202"/>
                  <a:pt x="355037" y="853927"/>
                  <a:pt x="1054743" y="349477"/>
                </a:cubicBezTo>
                <a:cubicBezTo>
                  <a:pt x="1404596" y="97252"/>
                  <a:pt x="1724771" y="-17416"/>
                  <a:pt x="2041932" y="2134"/>
                </a:cubicBez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任意多边形 11" descr="d55a5140-7b37-492e-acef-24e1a83ab33e"/>
          <p:cNvSpPr/>
          <p:nvPr/>
        </p:nvSpPr>
        <p:spPr>
          <a:xfrm rot="9268420">
            <a:off x="-311383" y="-241657"/>
            <a:ext cx="1960606" cy="1438074"/>
          </a:xfrm>
          <a:custGeom>
            <a:avLst/>
            <a:gdLst>
              <a:gd name="connsiteX0" fmla="*/ 1378214 w 1960606"/>
              <a:gd name="connsiteY0" fmla="*/ 1438074 h 1438074"/>
              <a:gd name="connsiteX1" fmla="*/ 0 w 1960606"/>
              <a:gd name="connsiteY1" fmla="*/ 779922 h 1438074"/>
              <a:gd name="connsiteX2" fmla="*/ 62369 w 1960606"/>
              <a:gd name="connsiteY2" fmla="*/ 644847 h 1438074"/>
              <a:gd name="connsiteX3" fmla="*/ 552769 w 1960606"/>
              <a:gd name="connsiteY3" fmla="*/ 101880 h 1438074"/>
              <a:gd name="connsiteX4" fmla="*/ 1877958 w 1960606"/>
              <a:gd name="connsiteY4" fmla="*/ 178546 h 1438074"/>
              <a:gd name="connsiteX5" fmla="*/ 1960606 w 1960606"/>
              <a:gd name="connsiteY5" fmla="*/ 218505 h 143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0606" h="1438074">
                <a:moveTo>
                  <a:pt x="1378214" y="1438074"/>
                </a:moveTo>
                <a:lnTo>
                  <a:pt x="0" y="779922"/>
                </a:lnTo>
                <a:lnTo>
                  <a:pt x="62369" y="644847"/>
                </a:lnTo>
                <a:cubicBezTo>
                  <a:pt x="162529" y="419327"/>
                  <a:pt x="234091" y="250184"/>
                  <a:pt x="552769" y="101880"/>
                </a:cubicBezTo>
                <a:cubicBezTo>
                  <a:pt x="903314" y="-61255"/>
                  <a:pt x="1423364" y="-23264"/>
                  <a:pt x="1877958" y="178546"/>
                </a:cubicBezTo>
                <a:lnTo>
                  <a:pt x="1960606" y="218505"/>
                </a:lnTo>
                <a:close/>
              </a:path>
            </a:pathLst>
          </a:custGeom>
          <a:solidFill>
            <a:schemeClr val="accent1">
              <a:alpha val="5831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3" name="矩形 12" descr="941b7797-20e5-40a0-966d-72c795589491"/>
          <p:cNvSpPr/>
          <p:nvPr/>
        </p:nvSpPr>
        <p:spPr>
          <a:xfrm>
            <a:off x="965469" y="2017611"/>
            <a:ext cx="45719" cy="149363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 descr="f519301f-69a4-4815-ab05-ac08133c5106"/>
          <p:cNvSpPr>
            <a:spLocks noGrp="1"/>
          </p:cNvSpPr>
          <p:nvPr>
            <p:ph type="title" hasCustomPrompt="1"/>
          </p:nvPr>
        </p:nvSpPr>
        <p:spPr>
          <a:xfrm>
            <a:off x="1022885" y="2017611"/>
            <a:ext cx="9228020" cy="1480419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  <a:endParaRPr lang="en-US" dirty="0"/>
          </a:p>
        </p:txBody>
      </p:sp>
      <p:sp>
        <p:nvSpPr>
          <p:cNvPr id="15" name="文本占位符 14" descr="1b111d48-4492-4df1-b136-85602f5731bc"/>
          <p:cNvSpPr>
            <a:spLocks noGrp="1"/>
          </p:cNvSpPr>
          <p:nvPr>
            <p:ph type="body" sz="quarter" idx="13" hasCustomPrompt="1"/>
          </p:nvPr>
        </p:nvSpPr>
        <p:spPr>
          <a:xfrm>
            <a:off x="1384666" y="4530498"/>
            <a:ext cx="2273300" cy="402200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endParaRPr lang="en-US" dirty="0"/>
          </a:p>
        </p:txBody>
      </p:sp>
      <p:sp>
        <p:nvSpPr>
          <p:cNvPr id="16" name="文本占位符 15" descr="be8ba9d1-16d4-48d8-aee3-a0cbe663be30"/>
          <p:cNvSpPr>
            <a:spLocks noGrp="1"/>
          </p:cNvSpPr>
          <p:nvPr>
            <p:ph type="body" sz="quarter" idx="14" hasCustomPrompt="1"/>
          </p:nvPr>
        </p:nvSpPr>
        <p:spPr>
          <a:xfrm>
            <a:off x="1384666" y="5170408"/>
            <a:ext cx="2273300" cy="40220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50" y="128587"/>
            <a:ext cx="10649359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675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7" name="任意多边形 6"/>
          <p:cNvSpPr/>
          <p:nvPr/>
        </p:nvSpPr>
        <p:spPr>
          <a:xfrm rot="900797">
            <a:off x="9985126" y="4559471"/>
            <a:ext cx="2424083" cy="2657861"/>
          </a:xfrm>
          <a:custGeom>
            <a:avLst/>
            <a:gdLst>
              <a:gd name="connsiteX0" fmla="*/ 1885615 w 2424083"/>
              <a:gd name="connsiteY0" fmla="*/ 0 h 2657861"/>
              <a:gd name="connsiteX1" fmla="*/ 2424083 w 2424083"/>
              <a:gd name="connsiteY1" fmla="*/ 2007728 h 2657861"/>
              <a:gd name="connsiteX2" fmla="*/ 0 w 2424083"/>
              <a:gd name="connsiteY2" fmla="*/ 2657861 h 2657861"/>
              <a:gd name="connsiteX3" fmla="*/ 49158 w 2424083"/>
              <a:gd name="connsiteY3" fmla="*/ 2607546 h 2657861"/>
              <a:gd name="connsiteX4" fmla="*/ 1126738 w 2424083"/>
              <a:gd name="connsiteY4" fmla="*/ 1810813 h 2657861"/>
              <a:gd name="connsiteX5" fmla="*/ 1671640 w 2424083"/>
              <a:gd name="connsiteY5" fmla="*/ 126073 h 2657861"/>
              <a:gd name="connsiteX6" fmla="*/ 1782869 w 2424083"/>
              <a:gd name="connsiteY6" fmla="*/ 56199 h 265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4083" h="2657861">
                <a:moveTo>
                  <a:pt x="1885615" y="0"/>
                </a:moveTo>
                <a:lnTo>
                  <a:pt x="2424083" y="2007728"/>
                </a:lnTo>
                <a:lnTo>
                  <a:pt x="0" y="2657861"/>
                </a:lnTo>
                <a:lnTo>
                  <a:pt x="49158" y="2607546"/>
                </a:lnTo>
                <a:cubicBezTo>
                  <a:pt x="390717" y="2297655"/>
                  <a:pt x="927667" y="2154409"/>
                  <a:pt x="1126738" y="1810813"/>
                </a:cubicBezTo>
                <a:cubicBezTo>
                  <a:pt x="1445250" y="1261058"/>
                  <a:pt x="1072298" y="525971"/>
                  <a:pt x="1671640" y="126073"/>
                </a:cubicBezTo>
                <a:cubicBezTo>
                  <a:pt x="1709099" y="101079"/>
                  <a:pt x="1746160" y="77790"/>
                  <a:pt x="1782869" y="56199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任意多边形 7"/>
          <p:cNvSpPr/>
          <p:nvPr/>
        </p:nvSpPr>
        <p:spPr>
          <a:xfrm rot="21394011">
            <a:off x="10890985" y="5289885"/>
            <a:ext cx="1349434" cy="1604246"/>
          </a:xfrm>
          <a:custGeom>
            <a:avLst/>
            <a:gdLst>
              <a:gd name="connsiteX0" fmla="*/ 1246312 w 1349434"/>
              <a:gd name="connsiteY0" fmla="*/ 1828 h 1604246"/>
              <a:gd name="connsiteX1" fmla="*/ 1348111 w 1349434"/>
              <a:gd name="connsiteY1" fmla="*/ 13491 h 1604246"/>
              <a:gd name="connsiteX2" fmla="*/ 1349434 w 1349434"/>
              <a:gd name="connsiteY2" fmla="*/ 13782 h 1604246"/>
              <a:gd name="connsiteX3" fmla="*/ 1254020 w 1349434"/>
              <a:gd name="connsiteY3" fmla="*/ 1604246 h 1604246"/>
              <a:gd name="connsiteX4" fmla="*/ 0 w 1349434"/>
              <a:gd name="connsiteY4" fmla="*/ 1529015 h 1604246"/>
              <a:gd name="connsiteX5" fmla="*/ 10173 w 1349434"/>
              <a:gd name="connsiteY5" fmla="*/ 1396635 h 1604246"/>
              <a:gd name="connsiteX6" fmla="*/ 400722 w 1349434"/>
              <a:gd name="connsiteY6" fmla="*/ 299348 h 1604246"/>
              <a:gd name="connsiteX7" fmla="*/ 1246312 w 1349434"/>
              <a:gd name="connsiteY7" fmla="*/ 1828 h 1604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9434" h="1604246">
                <a:moveTo>
                  <a:pt x="1246312" y="1828"/>
                </a:moveTo>
                <a:cubicBezTo>
                  <a:pt x="1280271" y="3921"/>
                  <a:pt x="1314189" y="7810"/>
                  <a:pt x="1348111" y="13491"/>
                </a:cubicBezTo>
                <a:lnTo>
                  <a:pt x="1349434" y="13782"/>
                </a:lnTo>
                <a:lnTo>
                  <a:pt x="1254020" y="1604246"/>
                </a:lnTo>
                <a:lnTo>
                  <a:pt x="0" y="1529015"/>
                </a:lnTo>
                <a:lnTo>
                  <a:pt x="10173" y="1396635"/>
                </a:lnTo>
                <a:cubicBezTo>
                  <a:pt x="31348" y="980939"/>
                  <a:pt x="26134" y="569407"/>
                  <a:pt x="400722" y="299348"/>
                </a:cubicBezTo>
                <a:cubicBezTo>
                  <a:pt x="700393" y="83302"/>
                  <a:pt x="974642" y="-14918"/>
                  <a:pt x="1246312" y="1828"/>
                </a:cubicBez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任意多边形 8"/>
          <p:cNvSpPr/>
          <p:nvPr/>
        </p:nvSpPr>
        <p:spPr>
          <a:xfrm rot="3979572">
            <a:off x="11058188" y="418037"/>
            <a:ext cx="2103860" cy="811550"/>
          </a:xfrm>
          <a:custGeom>
            <a:avLst/>
            <a:gdLst>
              <a:gd name="connsiteX0" fmla="*/ 0 w 2103860"/>
              <a:gd name="connsiteY0" fmla="*/ 753429 h 811550"/>
              <a:gd name="connsiteX1" fmla="*/ 330322 w 2103860"/>
              <a:gd name="connsiteY1" fmla="*/ 0 h 811550"/>
              <a:gd name="connsiteX2" fmla="*/ 2103860 w 2103860"/>
              <a:gd name="connsiteY2" fmla="*/ 777561 h 811550"/>
              <a:gd name="connsiteX3" fmla="*/ 2029996 w 2103860"/>
              <a:gd name="connsiteY3" fmla="*/ 795963 h 811550"/>
              <a:gd name="connsiteX4" fmla="*/ 887057 w 2103860"/>
              <a:gd name="connsiteY4" fmla="*/ 632478 h 811550"/>
              <a:gd name="connsiteX5" fmla="*/ 210803 w 2103860"/>
              <a:gd name="connsiteY5" fmla="*/ 716904 h 81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860" h="811550">
                <a:moveTo>
                  <a:pt x="0" y="753429"/>
                </a:moveTo>
                <a:lnTo>
                  <a:pt x="330322" y="0"/>
                </a:lnTo>
                <a:lnTo>
                  <a:pt x="2103860" y="777561"/>
                </a:lnTo>
                <a:lnTo>
                  <a:pt x="2029996" y="795963"/>
                </a:lnTo>
                <a:cubicBezTo>
                  <a:pt x="1691438" y="873803"/>
                  <a:pt x="1363460" y="634924"/>
                  <a:pt x="887057" y="632478"/>
                </a:cubicBezTo>
                <a:cubicBezTo>
                  <a:pt x="708405" y="631561"/>
                  <a:pt x="462979" y="672747"/>
                  <a:pt x="210803" y="716904"/>
                </a:cubicBezTo>
                <a:close/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4194" y="446145"/>
            <a:ext cx="582555" cy="582555"/>
          </a:xfrm>
          <a:prstGeom prst="ellipse">
            <a:avLst/>
          </a:prstGeom>
          <a:solidFill>
            <a:schemeClr val="accent2">
              <a:alpha val="502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186e5fd-7c1f-4944-b7c7-24b0c2c43ef7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300" b="1" i="0" u="none" strike="noStrike">
                <a:solidFill>
                  <a:srgbClr val="2F2F2F"/>
                </a:solidFill>
                <a:latin typeface="思源黑体 CN Heavy"/>
              </a:rPr>
              <a:t>Office教程</a:t>
            </a:r>
            <a:endParaRPr lang="en-US" sz="4300" b="1" i="0" u="none" strike="noStrike">
              <a:solidFill>
                <a:srgbClr val="2F2F2F"/>
              </a:solidFill>
              <a:latin typeface="思源黑体 CN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dcad0f31-6f6e-411b-8f63-51ed0d812d80.source.2.zh-Hans.pptx" descr="5a4806ff-9655-4069-a5e9-4de63fbad175"/>
          <p:cNvGrpSpPr/>
          <p:nvPr/>
        </p:nvGrpSpPr>
        <p:grpSpPr>
          <a:xfrm>
            <a:off x="660400" y="1130298"/>
            <a:ext cx="10858500" cy="5003802"/>
            <a:chOff x="660400" y="1130298"/>
            <a:chExt cx="10858500" cy="5003802"/>
          </a:xfrm>
        </p:grpSpPr>
        <p:sp>
          <p:nvSpPr>
            <p:cNvPr id="8" name="Title" descr="0dcd95af-7987-47a6-8bdf-ca61720d8b42"/>
            <p:cNvSpPr/>
            <p:nvPr/>
          </p:nvSpPr>
          <p:spPr>
            <a:xfrm>
              <a:off x="660400" y="1130298"/>
              <a:ext cx="3098800" cy="1768952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endParaRPr lang="en-US" sz="4400" b="1" i="0" u="none">
                <a:solidFill>
                  <a:srgbClr val="2F2F2F"/>
                </a:solidFill>
                <a:latin typeface="思源黑体 CN Heavy"/>
              </a:endParaRPr>
            </a:p>
          </p:txBody>
        </p:sp>
        <p:grpSp>
          <p:nvGrpSpPr>
            <p:cNvPr id="11" name="组合 10" descr="990171ff-2f98-4a0b-8259-ef8aa73a8830"/>
            <p:cNvGrpSpPr/>
            <p:nvPr/>
          </p:nvGrpSpPr>
          <p:grpSpPr>
            <a:xfrm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id="49" name="PictureMisc1" descr="f4bf3070-362e-4efe-b78f-87ba0d57fa59"/>
              <p:cNvSpPr/>
              <p:nvPr/>
            </p:nvSpPr>
            <p:spPr>
              <a:xfrm>
                <a:off x="3916680" y="1130300"/>
                <a:ext cx="7602220" cy="1768952"/>
              </a:xfrm>
              <a:prstGeom prst="roundRect">
                <a:avLst>
                  <a:gd name="adj" fmla="val 4606"/>
                </a:avLst>
              </a:prstGeom>
              <a:blipFill rotWithShape="1">
                <a:blip r:embed="rId1"/>
                <a:srcRect/>
                <a:stretch>
                  <a:fillRect l="-26962" t="-148140" r="2" b="-10200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62" name="Bullet1" descr="9bb5a214-e510-4c99-bb92-27f977cfbeaa"/>
              <p:cNvSpPr txBox="1"/>
              <p:nvPr/>
            </p:nvSpPr>
            <p:spPr>
              <a:xfrm>
                <a:off x="838235" y="3729274"/>
                <a:ext cx="4967419" cy="2315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latin typeface="思源黑体 CN Heavy"/>
                  </a:rPr>
                  <a:t>Office基础入门</a:t>
                </a:r>
                <a:endParaRPr lang="en-US" sz="1800" b="1" i="0" u="none">
                  <a:solidFill>
                    <a:srgbClr val="2F2F2F"/>
                  </a:solidFill>
                  <a:latin typeface="思源黑体 CN Heavy"/>
                </a:endParaRPr>
              </a:p>
            </p:txBody>
          </p:sp>
          <p:sp>
            <p:nvSpPr>
              <p:cNvPr id="63" name="ComponentBackground1" descr="3c1b6fbf-d5bb-4ea5-8603-d1b16ddb5113"/>
              <p:cNvSpPr/>
              <p:nvPr/>
            </p:nvSpPr>
            <p:spPr>
              <a:xfrm>
                <a:off x="660400" y="3390822"/>
                <a:ext cx="5323089" cy="2743278"/>
              </a:xfrm>
              <a:prstGeom prst="roundRect">
                <a:avLst>
                  <a:gd name="adj" fmla="val 358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4" name="Number1" descr="ecb382bb-db7c-4af3-8439-8f98007d1c96"/>
              <p:cNvSpPr/>
              <p:nvPr/>
            </p:nvSpPr>
            <p:spPr>
              <a:xfrm flipH="1">
                <a:off x="3059144" y="3127497"/>
                <a:ext cx="525600" cy="52665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ACBEB6"/>
                    </a:solidFill>
                    <a:latin typeface="Arial" panose="020B0604020202020204"/>
                  </a:rPr>
                  <a:t>1</a:t>
                </a:r>
                <a:endParaRPr lang="en-US" sz="1400" b="1" i="0" u="none">
                  <a:solidFill>
                    <a:srgbClr val="ACBEB6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2" name="组合 11" descr="978803f6-0753-467c-a975-9d3088e03801"/>
            <p:cNvGrpSpPr/>
            <p:nvPr/>
          </p:nvGrpSpPr>
          <p:grpSpPr>
            <a:xfrm>
              <a:off x="6195811" y="3127497"/>
              <a:ext cx="5323089" cy="3006603"/>
              <a:chOff x="6195811" y="3127497"/>
              <a:chExt cx="5323089" cy="3006603"/>
            </a:xfrm>
          </p:grpSpPr>
          <p:sp>
            <p:nvSpPr>
              <p:cNvPr id="79" name="Bullet2" descr="3687bb91-418c-4014-a3a7-8c0398e12ef6"/>
              <p:cNvSpPr txBox="1"/>
              <p:nvPr/>
            </p:nvSpPr>
            <p:spPr>
              <a:xfrm>
                <a:off x="6373646" y="3729274"/>
                <a:ext cx="4967419" cy="2315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思源黑体 CN Heavy"/>
                  </a:rPr>
                  <a:t>进阶技巧提升</a:t>
                </a:r>
                <a:endParaRPr lang="en-US" sz="1800" b="1" i="0" u="none">
                  <a:solidFill>
                    <a:srgbClr val="2F2F2F"/>
                  </a:solidFill>
                  <a:ea typeface="思源黑体 CN Heavy"/>
                </a:endParaRPr>
              </a:p>
            </p:txBody>
          </p:sp>
          <p:sp>
            <p:nvSpPr>
              <p:cNvPr id="80" name="ComponentBackground2" descr="93d9ff01-2bc8-4a77-a327-14927f35dad8"/>
              <p:cNvSpPr/>
              <p:nvPr/>
            </p:nvSpPr>
            <p:spPr>
              <a:xfrm>
                <a:off x="6195811" y="3390822"/>
                <a:ext cx="5323089" cy="2743278"/>
              </a:xfrm>
              <a:prstGeom prst="roundRect">
                <a:avLst>
                  <a:gd name="adj" fmla="val 358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81" name="Number2" descr="52e1311d-48c3-44fb-80c6-fd244250a850"/>
              <p:cNvSpPr/>
              <p:nvPr/>
            </p:nvSpPr>
            <p:spPr>
              <a:xfrm flipH="1">
                <a:off x="8594555" y="3127497"/>
                <a:ext cx="525600" cy="52665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ACBEB6"/>
                    </a:solidFill>
                    <a:latin typeface="Arial" panose="020B0604020202020204"/>
                  </a:rPr>
                  <a:t>2</a:t>
                </a:r>
                <a:endParaRPr lang="en-US" sz="1400" b="1" i="0" u="none">
                  <a:solidFill>
                    <a:srgbClr val="ACBEB6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思源黑体 CN Heavy"/>
              </a:rPr>
              <a:t>目录</a:t>
            </a:r>
            <a:endParaRPr lang="en-US" sz="2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b64360-39cd-4e8c-84e5-29e3c91eb5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2F2F2F"/>
                </a:solidFill>
                <a:latin typeface="思源黑体 CN Heavy"/>
              </a:rPr>
              <a:t>Office基础入门</a:t>
            </a:r>
            <a:endParaRPr lang="en-US" sz="4800" b="1" i="0" u="none">
              <a:solidFill>
                <a:srgbClr val="2F2F2F"/>
              </a:solidFill>
              <a:latin typeface="思源黑体 CN Heav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1a08dc32-0e33-41b8-b46e-e1d2bda751c7.source.4.zh-Hans.pptx" descr="d20f9636-6108-4584-88e9-4839ee8ff51f"/>
          <p:cNvGrpSpPr/>
          <p:nvPr/>
        </p:nvGrpSpPr>
        <p:grpSpPr>
          <a:xfrm>
            <a:off x="669924" y="1130300"/>
            <a:ext cx="10852152" cy="5003800"/>
            <a:chOff x="669924" y="1130300"/>
            <a:chExt cx="10852152" cy="5003800"/>
          </a:xfrm>
        </p:grpSpPr>
        <p:sp>
          <p:nvSpPr>
            <p:cNvPr id="12" name="Title" descr="a416b810-409a-4be2-aa72-defbfda987ba"/>
            <p:cNvSpPr/>
            <p:nvPr/>
          </p:nvSpPr>
          <p:spPr bwMode="auto">
            <a:xfrm>
              <a:off x="7356000" y="2913900"/>
              <a:ext cx="4166076" cy="186698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400" b="1" i="0" u="none">
                  <a:solidFill>
                    <a:srgbClr val="2F2F2F"/>
                  </a:solidFill>
                  <a:ea typeface="思源黑体 CN Heavy"/>
                </a:rPr>
                <a:t>认识Office并学会基本操作</a:t>
              </a:r>
              <a:endParaRPr lang="en-US" sz="2400" b="1" i="0" u="none">
                <a:solidFill>
                  <a:srgbClr val="2F2F2F"/>
                </a:solidFill>
                <a:ea typeface="思源黑体 CN Heavy"/>
              </a:endParaRPr>
            </a:p>
          </p:txBody>
        </p:sp>
        <p:cxnSp>
          <p:nvCxnSpPr>
            <p:cNvPr id="13" name="iṥḷïḓe" descr="226f3776-08d9-4069-ac6e-9a26fda5c240"/>
            <p:cNvCxnSpPr>
              <a:stCxn id="4" idx="3"/>
              <a:endCxn id="12" idx="1"/>
            </p:cNvCxnSpPr>
            <p:nvPr/>
          </p:nvCxnSpPr>
          <p:spPr>
            <a:xfrm>
              <a:off x="6565900" y="1716132"/>
              <a:ext cx="790100" cy="2131258"/>
            </a:xfrm>
            <a:prstGeom prst="bentConnector3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işḻîḑé" descr="bc7eedd6-5be6-4b85-9e7c-4d735bcb37a8"/>
            <p:cNvCxnSpPr>
              <a:stCxn id="7" idx="3"/>
              <a:endCxn id="12" idx="1"/>
            </p:cNvCxnSpPr>
            <p:nvPr/>
          </p:nvCxnSpPr>
          <p:spPr>
            <a:xfrm>
              <a:off x="6565900" y="2993511"/>
              <a:ext cx="790100" cy="853879"/>
            </a:xfrm>
            <a:prstGeom prst="bentConnector3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ïṣļïḍè" descr="f5e39bec-0af8-483b-85e7-0eb17cf483fa"/>
            <p:cNvCxnSpPr>
              <a:stCxn id="9" idx="3"/>
              <a:endCxn id="12" idx="1"/>
            </p:cNvCxnSpPr>
            <p:nvPr/>
          </p:nvCxnSpPr>
          <p:spPr>
            <a:xfrm flipV="1">
              <a:off x="6565900" y="3847390"/>
              <a:ext cx="790100" cy="423500"/>
            </a:xfrm>
            <a:prstGeom prst="bentConnector3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ïšlïdé" descr="6dd013b5-3a14-4d25-83e3-cdcedd715f1f"/>
            <p:cNvCxnSpPr>
              <a:stCxn id="11" idx="3"/>
              <a:endCxn id="12" idx="1"/>
            </p:cNvCxnSpPr>
            <p:nvPr/>
          </p:nvCxnSpPr>
          <p:spPr>
            <a:xfrm flipV="1">
              <a:off x="6565900" y="3847390"/>
              <a:ext cx="790100" cy="1700878"/>
            </a:xfrm>
            <a:prstGeom prst="bentConnector3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 descr="0701ba8d-3277-4ab4-96bf-e9af67ceff0a"/>
            <p:cNvGrpSpPr/>
            <p:nvPr/>
          </p:nvGrpSpPr>
          <p:grpSpPr>
            <a:xfrm>
              <a:off x="669924" y="1130300"/>
              <a:ext cx="5895976" cy="1171664"/>
              <a:chOff x="669924" y="1130300"/>
              <a:chExt cx="5895976" cy="1171664"/>
            </a:xfrm>
          </p:grpSpPr>
          <p:sp>
            <p:nvSpPr>
              <p:cNvPr id="3" name="Number1" descr="63933c19-b502-4cfc-8475-48fb5a371d1a"/>
              <p:cNvSpPr/>
              <p:nvPr/>
            </p:nvSpPr>
            <p:spPr bwMode="auto">
              <a:xfrm>
                <a:off x="669924" y="1411181"/>
                <a:ext cx="611075" cy="611075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" name="Text1" descr="c8c8d390-db37-4303-bff4-2a62b85bad12"/>
              <p:cNvSpPr/>
              <p:nvPr/>
            </p:nvSpPr>
            <p:spPr bwMode="auto">
              <a:xfrm>
                <a:off x="3771900" y="1130300"/>
                <a:ext cx="27940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latin typeface="思源黑体 CN Medium"/>
                  </a:rPr>
                  <a:t>Office是微软公司开发的一套办公软件，包括Word、Excel、PowerPoint等常用组件。</a:t>
                </a:r>
                <a:endParaRPr lang="en-US" sz="1200" b="0" i="0" u="none">
                  <a:solidFill>
                    <a:srgbClr val="2F2F2F"/>
                  </a:solidFill>
                  <a:latin typeface="思源黑体 CN Medium"/>
                </a:endParaRPr>
              </a:p>
            </p:txBody>
          </p:sp>
          <p:sp>
            <p:nvSpPr>
              <p:cNvPr id="43" name="Bullet1" descr="2d46cf0b-38aa-4ee1-9a0f-d8df915c47a8"/>
              <p:cNvSpPr/>
              <p:nvPr/>
            </p:nvSpPr>
            <p:spPr bwMode="auto">
              <a:xfrm>
                <a:off x="1396150" y="1130300"/>
                <a:ext cx="22606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latin typeface="思源黑体 CN Heavy"/>
                  </a:rPr>
                  <a:t>Office软件介绍</a:t>
                </a:r>
                <a:endParaRPr lang="en-US" sz="1800" b="1" i="0" u="none">
                  <a:solidFill>
                    <a:srgbClr val="2F2F2F"/>
                  </a:solidFill>
                  <a:latin typeface="思源黑体 CN Heavy"/>
                </a:endParaRPr>
              </a:p>
            </p:txBody>
          </p:sp>
        </p:grpSp>
        <p:grpSp>
          <p:nvGrpSpPr>
            <p:cNvPr id="48" name="组合 47" descr="74b1a82d-6f3c-430a-96a0-a0ceb9208dd5"/>
            <p:cNvGrpSpPr/>
            <p:nvPr/>
          </p:nvGrpSpPr>
          <p:grpSpPr>
            <a:xfrm>
              <a:off x="669924" y="2407679"/>
              <a:ext cx="5895976" cy="1171664"/>
              <a:chOff x="669924" y="2816167"/>
              <a:chExt cx="5895976" cy="1171664"/>
            </a:xfrm>
          </p:grpSpPr>
          <p:sp>
            <p:nvSpPr>
              <p:cNvPr id="6" name="Number2" descr="8229d5ab-98be-4f94-b702-3da271edd983"/>
              <p:cNvSpPr/>
              <p:nvPr/>
            </p:nvSpPr>
            <p:spPr bwMode="auto">
              <a:xfrm>
                <a:off x="669924" y="3097048"/>
                <a:ext cx="611075" cy="611075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7" name="Text2" descr="0bd5df61-e8d4-4a5c-b63f-8dced1ff36f0"/>
              <p:cNvSpPr/>
              <p:nvPr/>
            </p:nvSpPr>
            <p:spPr bwMode="auto">
              <a:xfrm>
                <a:off x="3771900" y="2816167"/>
                <a:ext cx="27940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打开任意Office软件，熟悉菜单栏、工具栏、功能区等界面元素的位置和作用。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44" name="Bullet2" descr="18088200-378b-4cad-9cd3-738bb494964f"/>
              <p:cNvSpPr/>
              <p:nvPr/>
            </p:nvSpPr>
            <p:spPr bwMode="auto">
              <a:xfrm>
                <a:off x="1396150" y="2816167"/>
                <a:ext cx="22606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Heavy"/>
                  </a:rPr>
                  <a:t>界面布局认识</a:t>
                </a:r>
                <a:endParaRPr lang="en-US" sz="1800" b="1" i="0" u="none">
                  <a:solidFill>
                    <a:srgbClr val="2F2F2F"/>
                  </a:solidFill>
                  <a:ea typeface="思源黑体 CN Heavy"/>
                </a:endParaRPr>
              </a:p>
            </p:txBody>
          </p:sp>
        </p:grpSp>
        <p:grpSp>
          <p:nvGrpSpPr>
            <p:cNvPr id="49" name="组合 48" descr="28433fb8-5e57-48f3-bbc5-3aca7b2dd251"/>
            <p:cNvGrpSpPr/>
            <p:nvPr/>
          </p:nvGrpSpPr>
          <p:grpSpPr>
            <a:xfrm>
              <a:off x="669924" y="3685058"/>
              <a:ext cx="5895976" cy="1171664"/>
              <a:chOff x="669924" y="3609216"/>
              <a:chExt cx="5895976" cy="1171664"/>
            </a:xfrm>
          </p:grpSpPr>
          <p:sp>
            <p:nvSpPr>
              <p:cNvPr id="8" name="Number3" descr="8d47fec1-bb97-4be6-a092-f2389eb5fddf"/>
              <p:cNvSpPr/>
              <p:nvPr/>
            </p:nvSpPr>
            <p:spPr bwMode="auto">
              <a:xfrm>
                <a:off x="669924" y="3890097"/>
                <a:ext cx="611075" cy="611075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Text3" descr="3cfddffc-c96b-4a50-a4b5-272b17fd31c8"/>
              <p:cNvSpPr/>
              <p:nvPr/>
            </p:nvSpPr>
            <p:spPr bwMode="auto">
              <a:xfrm>
                <a:off x="3771900" y="3609216"/>
                <a:ext cx="27940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点击“文件” - “新建”创建新文档，编辑完成后通过“文件” - “保存”保存文件。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45" name="Bullet3" descr="ad27a775-d2ff-4897-8a89-0ef57de78b07"/>
              <p:cNvSpPr/>
              <p:nvPr/>
            </p:nvSpPr>
            <p:spPr bwMode="auto">
              <a:xfrm>
                <a:off x="1396150" y="3609216"/>
                <a:ext cx="22606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Heavy"/>
                  </a:rPr>
                  <a:t>新建与保存文件</a:t>
                </a:r>
                <a:endParaRPr lang="en-US" sz="1800" b="1" i="0" u="none">
                  <a:solidFill>
                    <a:srgbClr val="2F2F2F"/>
                  </a:solidFill>
                  <a:ea typeface="思源黑体 CN Heavy"/>
                </a:endParaRPr>
              </a:p>
            </p:txBody>
          </p:sp>
        </p:grpSp>
        <p:grpSp>
          <p:nvGrpSpPr>
            <p:cNvPr id="50" name="组合 49" descr="238c8c1f-4a10-4fd4-b906-41065cecbd50"/>
            <p:cNvGrpSpPr/>
            <p:nvPr/>
          </p:nvGrpSpPr>
          <p:grpSpPr>
            <a:xfrm>
              <a:off x="669924" y="4962436"/>
              <a:ext cx="5895976" cy="1171664"/>
              <a:chOff x="669924" y="4962436"/>
              <a:chExt cx="5895976" cy="1171664"/>
            </a:xfrm>
          </p:grpSpPr>
          <p:sp>
            <p:nvSpPr>
              <p:cNvPr id="10" name="Number4" descr="d0d1481a-5b1e-48bd-aa71-1925a2b87cd0"/>
              <p:cNvSpPr/>
              <p:nvPr/>
            </p:nvSpPr>
            <p:spPr bwMode="auto">
              <a:xfrm>
                <a:off x="669924" y="5243317"/>
                <a:ext cx="611075" cy="611075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Text4" descr="f92a54fe-a1a8-466f-90b5-44d3d656482c"/>
              <p:cNvSpPr/>
              <p:nvPr/>
            </p:nvSpPr>
            <p:spPr bwMode="auto">
              <a:xfrm>
                <a:off x="3771900" y="4962436"/>
                <a:ext cx="27940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在文档中输入文字、调整字体大小和颜色，使用复制、粘贴等快捷键提高效率。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46" name="Bullet4" descr="f4aaf962-80c7-499b-bac0-78fd090597ce"/>
              <p:cNvSpPr/>
              <p:nvPr/>
            </p:nvSpPr>
            <p:spPr bwMode="auto">
              <a:xfrm>
                <a:off x="1396150" y="4962436"/>
                <a:ext cx="2260600" cy="1171664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Heavy"/>
                  </a:rPr>
                  <a:t>基本编辑操作</a:t>
                </a:r>
                <a:endParaRPr lang="en-US" sz="1800" b="1" i="0" u="none">
                  <a:solidFill>
                    <a:srgbClr val="2F2F2F"/>
                  </a:solidFill>
                  <a:ea typeface="思源黑体 CN Heavy"/>
                </a:endParaRPr>
              </a:p>
            </p:txBody>
          </p:sp>
        </p:grpSp>
      </p:grpSp>
      <p:sp>
        <p:nvSpPr>
          <p:cNvPr id="2" name="标题 1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思源黑体 CN Heavy"/>
              </a:rPr>
              <a:t>快速上手Office</a:t>
            </a:r>
            <a:endParaRPr lang="en-US" sz="2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e97f7356-3979-444c-b096-b4a5720c7a98.source.3.zh-Hans.pptx" descr="0f93328b-b23b-463e-85f6-89b26b6cca7f"/>
          <p:cNvGrpSpPr/>
          <p:nvPr>
            <p:custDataLst>
              <p:tags r:id="rId1"/>
            </p:custDataLst>
          </p:nvPr>
        </p:nvGrpSpPr>
        <p:grpSpPr>
          <a:xfrm>
            <a:off x="1254823" y="1420007"/>
            <a:ext cx="8250490" cy="4714093"/>
            <a:chOff x="3230308" y="1420007"/>
            <a:chExt cx="8250490" cy="4714093"/>
          </a:xfrm>
        </p:grpSpPr>
        <p:grpSp>
          <p:nvGrpSpPr>
            <p:cNvPr id="2" name="组合 1" descr="5879f30a-8811-45b4-afc8-dc683a44c045"/>
            <p:cNvGrpSpPr/>
            <p:nvPr/>
          </p:nvGrpSpPr>
          <p:grpSpPr>
            <a:xfrm>
              <a:off x="3230308" y="1420007"/>
              <a:ext cx="8032778" cy="3461853"/>
              <a:chOff x="3230308" y="1420007"/>
              <a:chExt cx="3056192" cy="3461853"/>
            </a:xfrm>
          </p:grpSpPr>
          <p:cxnSp>
            <p:nvCxnSpPr>
              <p:cNvPr id="5" name="直接连接符 4" descr="c917c021-ef4f-4c9a-8fa5-da5bfc9ffaa5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3230308" y="1420007"/>
                <a:ext cx="3056192" cy="0"/>
              </a:xfrm>
              <a:prstGeom prst="line">
                <a:avLst/>
              </a:prstGeom>
              <a:ln w="571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 descr="0ac95904-2a65-485c-8d53-82264bab8a55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3230308" y="3150933"/>
                <a:ext cx="3056192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 descr="ee7dad71-0289-465d-9621-420f2cb3ddb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3230308" y="4881860"/>
                <a:ext cx="3056192" cy="0"/>
              </a:xfrm>
              <a:prstGeom prst="line">
                <a:avLst/>
              </a:prstGeom>
              <a:ln w="571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 descr="3ac8dc6e-3194-4c8b-ad1c-951c2fccc060"/>
            <p:cNvGrpSpPr/>
            <p:nvPr/>
          </p:nvGrpSpPr>
          <p:grpSpPr>
            <a:xfrm>
              <a:off x="3230308" y="1477680"/>
              <a:ext cx="8250490" cy="4656420"/>
              <a:chOff x="3230308" y="1477680"/>
              <a:chExt cx="8250490" cy="4656420"/>
            </a:xfrm>
          </p:grpSpPr>
          <p:grpSp>
            <p:nvGrpSpPr>
              <p:cNvPr id="4" name="组合 3" descr="82cf8d85-1565-4543-b6bb-a74ea7d36327"/>
              <p:cNvGrpSpPr/>
              <p:nvPr/>
            </p:nvGrpSpPr>
            <p:grpSpPr>
              <a:xfrm>
                <a:off x="3230308" y="1477680"/>
                <a:ext cx="8250490" cy="1194567"/>
                <a:chOff x="3230308" y="1477680"/>
                <a:chExt cx="8250490" cy="1194567"/>
              </a:xfrm>
            </p:grpSpPr>
            <p:sp>
              <p:nvSpPr>
                <p:cNvPr id="15" name="Number1" descr="f1c54c30-3b7e-4707-8870-808bc7af6e12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3230308" y="1640301"/>
                  <a:ext cx="561152" cy="587441"/>
                </a:xfrm>
                <a:prstGeom prst="rect">
                  <a:avLst/>
                </a:prstGeom>
                <a:solidFill>
                  <a:schemeClr val="tx2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7" name="Bullet1" descr="5f437b4a-c3d9-471d-8e8c-6df70df387b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4002642" y="1477680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latin typeface="思源黑体 CN Heavy"/>
                    </a:rPr>
                    <a:t>Word文档排版</a:t>
                  </a:r>
                  <a:endParaRPr lang="en-US" sz="1800" b="1" i="0" u="none">
                    <a:solidFill>
                      <a:srgbClr val="2F2F2F"/>
                    </a:solidFill>
                    <a:latin typeface="思源黑体 CN Heavy"/>
                  </a:endParaRPr>
                </a:p>
              </p:txBody>
            </p:sp>
            <p:sp>
              <p:nvSpPr>
                <p:cNvPr id="19" name="Text1" descr="324f1622-b1d9-492b-b21c-84827b63aa3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7170234" y="1520713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思源黑体 CN Medium"/>
                    </a:rPr>
                    <a:t>利用段落设置调整缩进、行距，插入页眉页脚，使文档格式规范、清晰。</a:t>
                  </a:r>
                  <a:endParaRPr lang="en-US" sz="1200" b="0" i="0" u="none">
                    <a:solidFill>
                      <a:srgbClr val="2F2F2F"/>
                    </a:solidFill>
                    <a:ea typeface="思源黑体 CN Medium"/>
                  </a:endParaRPr>
                </a:p>
              </p:txBody>
            </p:sp>
          </p:grpSp>
          <p:grpSp>
            <p:nvGrpSpPr>
              <p:cNvPr id="6" name="组合 5" descr="b17f5ed1-4203-414d-8eb7-56341e75015d"/>
              <p:cNvGrpSpPr/>
              <p:nvPr/>
            </p:nvGrpSpPr>
            <p:grpSpPr>
              <a:xfrm>
                <a:off x="3230308" y="3208606"/>
                <a:ext cx="8250490" cy="1194567"/>
                <a:chOff x="3230308" y="3208606"/>
                <a:chExt cx="8250490" cy="1194567"/>
              </a:xfrm>
            </p:grpSpPr>
            <p:sp>
              <p:nvSpPr>
                <p:cNvPr id="45" name="Number2" descr="f3feb0e8-e7aa-47e6-a2a0-8a197e4da636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3230308" y="3371227"/>
                  <a:ext cx="561152" cy="587441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46" name="Bullet2" descr="dd6842fd-f103-4e21-8e1a-8930b204b61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002642" y="3208606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latin typeface="思源黑体 CN Heavy"/>
                    </a:rPr>
                    <a:t>Excel数据处理</a:t>
                  </a:r>
                  <a:endParaRPr lang="en-US" sz="1800" b="1" i="0" u="none">
                    <a:solidFill>
                      <a:srgbClr val="2F2F2F"/>
                    </a:solidFill>
                    <a:latin typeface="思源黑体 CN Heavy"/>
                  </a:endParaRPr>
                </a:p>
              </p:txBody>
            </p:sp>
            <p:sp>
              <p:nvSpPr>
                <p:cNvPr id="25" name="Text2" descr="b1f70f6e-c9e9-4531-ad5d-62197b567a6e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170234" y="3237981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思源黑体 CN Medium"/>
                    </a:rPr>
                    <a:t>学会使用公式进行加减乘除运算，用筛选功能快速查找数据，掌握排序方法。</a:t>
                  </a:r>
                  <a:endParaRPr lang="en-US" sz="1200" b="0" i="0" u="none">
                    <a:solidFill>
                      <a:srgbClr val="2F2F2F"/>
                    </a:solidFill>
                    <a:ea typeface="思源黑体 CN Medium"/>
                  </a:endParaRPr>
                </a:p>
              </p:txBody>
            </p:sp>
          </p:grpSp>
          <p:grpSp>
            <p:nvGrpSpPr>
              <p:cNvPr id="7" name="组合 6" descr="41ffedd5-39c5-4514-8e5b-a0b3340128dd"/>
              <p:cNvGrpSpPr/>
              <p:nvPr/>
            </p:nvGrpSpPr>
            <p:grpSpPr>
              <a:xfrm>
                <a:off x="3230308" y="4939533"/>
                <a:ext cx="8250490" cy="1194567"/>
                <a:chOff x="3230308" y="4939533"/>
                <a:chExt cx="8250490" cy="1194567"/>
              </a:xfrm>
            </p:grpSpPr>
            <p:sp>
              <p:nvSpPr>
                <p:cNvPr id="22" name="Number3" descr="52b4b110-47ef-47d1-ad10-6c263627bd56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3230308" y="5102154"/>
                  <a:ext cx="561152" cy="587441"/>
                </a:xfrm>
                <a:prstGeom prst="rect">
                  <a:avLst/>
                </a:prstGeom>
                <a:solidFill>
                  <a:schemeClr val="tx2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23" name="Bullet3" descr="c76353ae-b5d9-41b9-9c0d-28237a4e6d7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002642" y="4939533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latin typeface="思源黑体 CN Heavy"/>
                    </a:rPr>
                    <a:t>PowerPoint演示制作</a:t>
                  </a:r>
                  <a:endParaRPr lang="en-US" sz="1800" b="1" i="0" u="none">
                    <a:solidFill>
                      <a:srgbClr val="2F2F2F"/>
                    </a:solidFill>
                    <a:latin typeface="思源黑体 CN Heavy"/>
                  </a:endParaRPr>
                </a:p>
              </p:txBody>
            </p:sp>
            <p:sp>
              <p:nvSpPr>
                <p:cNvPr id="27" name="Text3" descr="8f477485-54d9-4d09-a6ff-2f4f19630db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7170234" y="4955250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思源黑体 CN Medium"/>
                    </a:rPr>
                    <a:t>选择合适的主题和版式，插入图片、图表，设置动画效果，制作精美演示文稿。</a:t>
                  </a:r>
                  <a:endParaRPr lang="en-US" sz="1200" b="0" i="0" u="none">
                    <a:solidFill>
                      <a:srgbClr val="2F2F2F"/>
                    </a:solidFill>
                    <a:ea typeface="思源黑体 CN Medium"/>
                  </a:endParaRPr>
                </a:p>
              </p:txBody>
            </p:sp>
          </p:grpSp>
        </p:grpSp>
      </p:grpSp>
      <p:sp>
        <p:nvSpPr>
          <p:cNvPr id="3" name="标题 2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思源黑体 CN Heavy"/>
              </a:rPr>
              <a:t>常用功能应用</a:t>
            </a:r>
            <a:endParaRPr lang="en-US" sz="2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b64360-39cd-4e8c-84e5-29e3c91eb5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2F2F2F"/>
                </a:solidFill>
                <a:ea typeface="思源黑体 CN Heavy"/>
              </a:rPr>
              <a:t>进阶技巧提升</a:t>
            </a:r>
            <a:endParaRPr lang="en-US" sz="4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4abfb3c5-6f14-46be-b97c-0b5e7ff80381.source.3.zh-Hans.pptx" descr="280a2490-cafd-4d56-bfc8-c1034a60478d"/>
          <p:cNvGrpSpPr/>
          <p:nvPr/>
        </p:nvGrpSpPr>
        <p:grpSpPr>
          <a:xfrm>
            <a:off x="657587" y="1130300"/>
            <a:ext cx="10772413" cy="5003799"/>
            <a:chOff x="657587" y="1130300"/>
            <a:chExt cx="10772413" cy="5003799"/>
          </a:xfrm>
        </p:grpSpPr>
        <p:sp>
          <p:nvSpPr>
            <p:cNvPr id="4" name="Title" descr="9aece22a-8178-494c-9c0a-c76ba290a8eb"/>
            <p:cNvSpPr/>
            <p:nvPr/>
          </p:nvSpPr>
          <p:spPr bwMode="auto">
            <a:xfrm>
              <a:off x="657587" y="1130300"/>
              <a:ext cx="2805966" cy="5003799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6350">
              <a:noFill/>
              <a:miter lim="800000"/>
            </a:ln>
            <a:effectLst/>
          </p:spPr>
          <p:txBody>
            <a:bodyPr wrap="square" lIns="90000" tIns="46800" rIns="90000" bIns="46800" anchor="ctr" anchorCtr="0">
              <a:normAutofit/>
            </a:bodyPr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思源黑体 CN Heavy"/>
                </a:rPr>
                <a:t>深入挖掘Office潜力</a:t>
              </a:r>
              <a:endParaRPr lang="en-US" sz="2400" b="1" i="0" u="none">
                <a:solidFill>
                  <a:srgbClr val="2F2F2F"/>
                </a:solidFill>
                <a:ea typeface="思源黑体 CN Heavy"/>
              </a:endParaRPr>
            </a:p>
          </p:txBody>
        </p:sp>
        <p:grpSp>
          <p:nvGrpSpPr>
            <p:cNvPr id="2" name="组合 1" descr="5246886f-ddd6-427e-b0e1-50232bd38586"/>
            <p:cNvGrpSpPr/>
            <p:nvPr/>
          </p:nvGrpSpPr>
          <p:grpSpPr>
            <a:xfrm>
              <a:off x="3259412" y="1372575"/>
              <a:ext cx="8170588" cy="1125856"/>
              <a:chOff x="3259412" y="1372575"/>
              <a:chExt cx="8170588" cy="1125856"/>
            </a:xfrm>
          </p:grpSpPr>
          <p:sp>
            <p:nvSpPr>
              <p:cNvPr id="22" name="ComponentBackground1" descr="9da6d0fd-c254-491a-b91f-ae079fae7996"/>
              <p:cNvSpPr/>
              <p:nvPr/>
            </p:nvSpPr>
            <p:spPr bwMode="auto">
              <a:xfrm>
                <a:off x="3463554" y="1372575"/>
                <a:ext cx="7966446" cy="1125854"/>
              </a:xfrm>
              <a:prstGeom prst="homePlate">
                <a:avLst>
                  <a:gd name="adj" fmla="val 33116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3" name="Number1" descr="3db3826e-2621-4fbd-81a9-a8b4a6f0e103"/>
              <p:cNvSpPr/>
              <p:nvPr/>
            </p:nvSpPr>
            <p:spPr bwMode="auto">
              <a:xfrm>
                <a:off x="3259412" y="1620561"/>
                <a:ext cx="408284" cy="629881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2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4" name="Text1" descr="5145f232-4745-4f12-8333-5a2b57444c8b"/>
              <p:cNvSpPr/>
              <p:nvPr/>
            </p:nvSpPr>
            <p:spPr bwMode="auto">
              <a:xfrm>
                <a:off x="3871839" y="1884047"/>
                <a:ext cx="6503085" cy="614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使用样式功能快速统一文档格式，通过分栏、分节实现复杂排版，添加目录方便查阅。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27" name="Bullet1" descr="41493446-8c8e-478e-b63b-a9c1d0469daa"/>
              <p:cNvSpPr txBox="1"/>
              <p:nvPr/>
            </p:nvSpPr>
            <p:spPr bwMode="auto">
              <a:xfrm>
                <a:off x="3871838" y="1442237"/>
                <a:ext cx="650308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latin typeface="思源黑体 CN Heavy"/>
                  </a:rPr>
                  <a:t>Word高级排版</a:t>
                </a:r>
                <a:endParaRPr lang="en-US" sz="1800" b="1" i="0" u="none">
                  <a:solidFill>
                    <a:srgbClr val="2F2F2F"/>
                  </a:solidFill>
                  <a:latin typeface="思源黑体 CN Heavy"/>
                </a:endParaRPr>
              </a:p>
            </p:txBody>
          </p:sp>
        </p:grpSp>
        <p:grpSp>
          <p:nvGrpSpPr>
            <p:cNvPr id="3" name="组合 2" descr="19121e8c-9b44-4b09-bb19-aff7cf9cab1a"/>
            <p:cNvGrpSpPr/>
            <p:nvPr/>
          </p:nvGrpSpPr>
          <p:grpSpPr>
            <a:xfrm>
              <a:off x="3259412" y="3069271"/>
              <a:ext cx="8170588" cy="1125856"/>
              <a:chOff x="3259412" y="3069271"/>
              <a:chExt cx="8170588" cy="1125856"/>
            </a:xfrm>
          </p:grpSpPr>
          <p:sp>
            <p:nvSpPr>
              <p:cNvPr id="19" name="ComponentBackground2" descr="06a2cb69-c4d5-407b-887e-9f226392b9dc"/>
              <p:cNvSpPr/>
              <p:nvPr/>
            </p:nvSpPr>
            <p:spPr bwMode="auto">
              <a:xfrm>
                <a:off x="3463554" y="3069271"/>
                <a:ext cx="7966446" cy="1125854"/>
              </a:xfrm>
              <a:prstGeom prst="homePlate">
                <a:avLst>
                  <a:gd name="adj" fmla="val 33116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0" name="Number2" descr="a571b78c-c075-43d8-973c-6df20f057c5e"/>
              <p:cNvSpPr/>
              <p:nvPr/>
            </p:nvSpPr>
            <p:spPr bwMode="auto">
              <a:xfrm>
                <a:off x="3259412" y="3317257"/>
                <a:ext cx="408284" cy="629881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2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Text2" descr="d1ddab7e-3275-4671-bc0d-f3951d5f1200"/>
              <p:cNvSpPr/>
              <p:nvPr/>
            </p:nvSpPr>
            <p:spPr bwMode="auto">
              <a:xfrm>
                <a:off x="3871839" y="3580743"/>
                <a:ext cx="6503085" cy="614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运用数据透视表对大量数据进行汇总和分析，使用条件格式突出显示重要数据。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28" name="Bullet2" descr="e940cf90-f2db-4a87-8f62-6441f240aa0e"/>
              <p:cNvSpPr txBox="1"/>
              <p:nvPr/>
            </p:nvSpPr>
            <p:spPr bwMode="auto">
              <a:xfrm>
                <a:off x="3871838" y="3138933"/>
                <a:ext cx="650308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latin typeface="思源黑体 CN Heavy"/>
                  </a:rPr>
                  <a:t>Excel数据分析</a:t>
                </a:r>
                <a:endParaRPr lang="en-US" sz="1800" b="1" i="0" u="none">
                  <a:solidFill>
                    <a:srgbClr val="2F2F2F"/>
                  </a:solidFill>
                  <a:latin typeface="思源黑体 CN Heavy"/>
                </a:endParaRPr>
              </a:p>
            </p:txBody>
          </p:sp>
        </p:grpSp>
        <p:grpSp>
          <p:nvGrpSpPr>
            <p:cNvPr id="5" name="组合 4" descr="a7983a07-f33f-443b-b37a-751ab55c123a"/>
            <p:cNvGrpSpPr/>
            <p:nvPr/>
          </p:nvGrpSpPr>
          <p:grpSpPr>
            <a:xfrm>
              <a:off x="3259412" y="4973951"/>
              <a:ext cx="8170588" cy="1125858"/>
              <a:chOff x="3259412" y="4973951"/>
              <a:chExt cx="8170588" cy="1125858"/>
            </a:xfrm>
          </p:grpSpPr>
          <p:sp>
            <p:nvSpPr>
              <p:cNvPr id="16" name="ComponentBackground3" descr="cb6411a5-f5ec-4e71-946f-78ca867a57e6"/>
              <p:cNvSpPr/>
              <p:nvPr/>
            </p:nvSpPr>
            <p:spPr bwMode="auto">
              <a:xfrm>
                <a:off x="3463554" y="4973951"/>
                <a:ext cx="7966446" cy="1125853"/>
              </a:xfrm>
              <a:prstGeom prst="homePlate">
                <a:avLst>
                  <a:gd name="adj" fmla="val 33116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7" name="Number3" descr="68846cfc-2848-424d-be0b-851ae114a60e"/>
              <p:cNvSpPr/>
              <p:nvPr/>
            </p:nvSpPr>
            <p:spPr bwMode="auto">
              <a:xfrm>
                <a:off x="3259412" y="5221937"/>
                <a:ext cx="408284" cy="629881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2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Text3" descr="be4753e7-7a2d-4876-b60e-1dc48270033f"/>
              <p:cNvSpPr/>
              <p:nvPr/>
            </p:nvSpPr>
            <p:spPr bwMode="auto">
              <a:xfrm>
                <a:off x="3871839" y="5485425"/>
                <a:ext cx="6503085" cy="614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借助母版功能保持演示文稿风格一致，运用超链接实现内容跳转，增加交互性。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29" name="Bullet3" descr="772a0f31-c6ca-49dd-a6e2-5e3968569213"/>
              <p:cNvSpPr txBox="1"/>
              <p:nvPr/>
            </p:nvSpPr>
            <p:spPr bwMode="auto">
              <a:xfrm>
                <a:off x="3871838" y="5043620"/>
                <a:ext cx="650308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latin typeface="思源黑体 CN Heavy"/>
                  </a:rPr>
                  <a:t>PowerPoint演示优化</a:t>
                </a:r>
                <a:endParaRPr lang="en-US" sz="1800" b="1" i="0" u="none">
                  <a:solidFill>
                    <a:srgbClr val="2F2F2F"/>
                  </a:solidFill>
                  <a:latin typeface="思源黑体 CN Heavy"/>
                </a:endParaRPr>
              </a:p>
            </p:txBody>
          </p:sp>
        </p:grpSp>
      </p:grpSp>
      <p:sp>
        <p:nvSpPr>
          <p:cNvPr id="7" name="标题 6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思源黑体 CN Heavy"/>
              </a:rPr>
              <a:t>高级功能使用</a:t>
            </a:r>
            <a:endParaRPr lang="en-US" sz="2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4fa3ed8a-ff23-4fa0-bc3f-4196a953a5ee.source.3.zh-Hans.pptx" descr="66f6686a-ece4-4742-8aa4-706074ffd54a"/>
          <p:cNvGrpSpPr/>
          <p:nvPr/>
        </p:nvGrpSpPr>
        <p:grpSpPr>
          <a:xfrm>
            <a:off x="660400" y="1130300"/>
            <a:ext cx="10858500" cy="4424680"/>
            <a:chOff x="660400" y="1130300"/>
            <a:chExt cx="10858500" cy="4424680"/>
          </a:xfrm>
        </p:grpSpPr>
        <p:sp>
          <p:nvSpPr>
            <p:cNvPr id="5" name="Title" descr="5b10531f-bf17-4946-ab76-7d4a8c9620c9"/>
            <p:cNvSpPr txBox="1"/>
            <p:nvPr/>
          </p:nvSpPr>
          <p:spPr>
            <a:xfrm>
              <a:off x="660400" y="1130300"/>
              <a:ext cx="10858500" cy="1521460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2F2F2F"/>
                  </a:solidFill>
                  <a:ea typeface="思源黑体 CN Heavy"/>
                </a:rPr>
                <a:t>掌握技巧，事半功倍</a:t>
              </a:r>
              <a:endParaRPr lang="en-US" sz="2400" b="1" i="0" u="none" strike="noStrike">
                <a:solidFill>
                  <a:srgbClr val="2F2F2F"/>
                </a:solidFill>
                <a:ea typeface="思源黑体 CN Heavy"/>
              </a:endParaRPr>
            </a:p>
          </p:txBody>
        </p:sp>
        <p:grpSp>
          <p:nvGrpSpPr>
            <p:cNvPr id="28" name="组合 27" descr="7692317a-502e-4708-8f82-381babd12fc4"/>
            <p:cNvGrpSpPr/>
            <p:nvPr/>
          </p:nvGrpSpPr>
          <p:grpSpPr>
            <a:xfrm>
              <a:off x="694111" y="2878330"/>
              <a:ext cx="3059099" cy="2676650"/>
              <a:chOff x="694111" y="2878330"/>
              <a:chExt cx="3059099" cy="2676650"/>
            </a:xfrm>
          </p:grpSpPr>
          <p:sp>
            <p:nvSpPr>
              <p:cNvPr id="24" name="Text1" descr="3ee25624-9e1b-43a0-acda-1d8ceb4ed4e7"/>
              <p:cNvSpPr txBox="1"/>
              <p:nvPr/>
            </p:nvSpPr>
            <p:spPr>
              <a:xfrm>
                <a:off x="1471563" y="3979670"/>
                <a:ext cx="2281647" cy="157531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记住常用快捷键，如Ctrl+C（复制）、Ctrl+V（粘贴）等，大幅提升操作速度。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25" name="Bullet1" descr="48b12205-1824-4bf4-9002-0af98e00060b"/>
              <p:cNvSpPr txBox="1"/>
              <p:nvPr/>
            </p:nvSpPr>
            <p:spPr>
              <a:xfrm>
                <a:off x="1471563" y="2878330"/>
                <a:ext cx="2281647" cy="94825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B1A288"/>
                    </a:solidFill>
                    <a:ea typeface="思源黑体 CN Heavy"/>
                  </a:rPr>
                  <a:t>快捷键操作</a:t>
                </a:r>
                <a:endParaRPr lang="en-US" sz="1800" b="1" i="0" u="none">
                  <a:solidFill>
                    <a:srgbClr val="B1A288"/>
                  </a:solidFill>
                  <a:ea typeface="思源黑体 CN Heavy"/>
                </a:endParaRPr>
              </a:p>
            </p:txBody>
          </p:sp>
          <p:sp>
            <p:nvSpPr>
              <p:cNvPr id="26" name="IconBackground1" descr="d24fea5f-822f-4496-bdab-a0ac34fe95d6"/>
              <p:cNvSpPr/>
              <p:nvPr/>
            </p:nvSpPr>
            <p:spPr>
              <a:xfrm>
                <a:off x="694111" y="3248984"/>
                <a:ext cx="622067" cy="622064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7" name="Icon1" descr="636521ea-25dd-44c3-9fcf-f548f3d19b42"/>
              <p:cNvSpPr/>
              <p:nvPr/>
            </p:nvSpPr>
            <p:spPr>
              <a:xfrm>
                <a:off x="864688" y="3432803"/>
                <a:ext cx="269680" cy="264863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29" name="组合 28" descr="56eea9c4-ca2e-459f-990f-bceb846d768c"/>
            <p:cNvGrpSpPr/>
            <p:nvPr/>
          </p:nvGrpSpPr>
          <p:grpSpPr>
            <a:xfrm>
              <a:off x="4406579" y="2878330"/>
              <a:ext cx="2977613" cy="2676650"/>
              <a:chOff x="4406579" y="2878330"/>
              <a:chExt cx="2977613" cy="2676650"/>
            </a:xfrm>
          </p:grpSpPr>
          <p:sp>
            <p:nvSpPr>
              <p:cNvPr id="20" name="Text2" descr="8f037152-3ed0-4a51-96ff-e79a8cf5e10b"/>
              <p:cNvSpPr txBox="1"/>
              <p:nvPr/>
            </p:nvSpPr>
            <p:spPr>
              <a:xfrm>
                <a:off x="5102545" y="3979670"/>
                <a:ext cx="2281647" cy="157531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使用Office自带模板快速创建专业文档，安装插件拓展软件功能，如翻译、公式编辑等。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21" name="Bullet2" descr="4c328926-64f6-439c-a3f4-32327c41dbc5"/>
              <p:cNvSpPr txBox="1"/>
              <p:nvPr/>
            </p:nvSpPr>
            <p:spPr>
              <a:xfrm>
                <a:off x="5102545" y="2878330"/>
                <a:ext cx="2281647" cy="94825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5BA3EB"/>
                    </a:solidFill>
                    <a:ea typeface="思源黑体 CN Heavy"/>
                  </a:rPr>
                  <a:t>模板与插件利用</a:t>
                </a:r>
                <a:endParaRPr lang="en-US" sz="1800" b="1" i="0" u="none">
                  <a:solidFill>
                    <a:srgbClr val="5BA3EB"/>
                  </a:solidFill>
                  <a:ea typeface="思源黑体 CN Heavy"/>
                </a:endParaRPr>
              </a:p>
            </p:txBody>
          </p:sp>
          <p:sp>
            <p:nvSpPr>
              <p:cNvPr id="22" name="IconBackground2" descr="f4edcb1a-e433-4e01-8cb6-202b8906fbf3"/>
              <p:cNvSpPr txBox="1">
                <a:spLocks noChangeAspect="1"/>
              </p:cNvSpPr>
              <p:nvPr/>
            </p:nvSpPr>
            <p:spPr>
              <a:xfrm>
                <a:off x="4406579" y="3248984"/>
                <a:ext cx="618274" cy="618274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3">
                    <a:alpha val="40000"/>
                  </a:schemeClr>
                </a:outerShdw>
              </a:effectLst>
            </p:spPr>
            <p:txBody>
              <a:bodyPr rtlCol="0" anchor="ctr" anchorCtr="0"/>
              <a:lstStyle>
                <a:defPPr>
                  <a:defRPr lang="zh-CN"/>
                </a:defPPr>
                <a:lvl1pPr>
                  <a:defRPr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l"/>
              </a:p>
            </p:txBody>
          </p:sp>
          <p:sp>
            <p:nvSpPr>
              <p:cNvPr id="23" name="Icon2" descr="f72d4550-dfda-4fb1-ac00-532ceaf5e2ce"/>
              <p:cNvSpPr>
                <a:spLocks noChangeAspect="1"/>
              </p:cNvSpPr>
              <p:nvPr/>
            </p:nvSpPr>
            <p:spPr bwMode="auto">
              <a:xfrm>
                <a:off x="4552732" y="3409688"/>
                <a:ext cx="325970" cy="296867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</a:p>
            </p:txBody>
          </p:sp>
        </p:grpSp>
        <p:grpSp>
          <p:nvGrpSpPr>
            <p:cNvPr id="36" name="组合 35" descr="80b45338-c8c5-4adb-a15f-259f8ff9a7d9"/>
            <p:cNvGrpSpPr/>
            <p:nvPr/>
          </p:nvGrpSpPr>
          <p:grpSpPr>
            <a:xfrm>
              <a:off x="8199053" y="2878330"/>
              <a:ext cx="2999002" cy="2676650"/>
              <a:chOff x="8199053" y="2878330"/>
              <a:chExt cx="2999002" cy="2676650"/>
            </a:xfrm>
          </p:grpSpPr>
          <p:sp>
            <p:nvSpPr>
              <p:cNvPr id="16" name="Text3" descr="f5fec33c-9931-4545-b95f-2149ace032d3"/>
              <p:cNvSpPr txBox="1"/>
              <p:nvPr/>
            </p:nvSpPr>
            <p:spPr>
              <a:xfrm>
                <a:off x="8916408" y="3979670"/>
                <a:ext cx="2281647" cy="157531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Medium"/>
                  </a:rPr>
                  <a:t>利用云存储服务实现多人对同一文件的实时编辑和查看，避免版本混乱。</a:t>
                </a:r>
                <a:endParaRPr lang="en-US" sz="1200" b="0" i="0" u="none">
                  <a:solidFill>
                    <a:srgbClr val="2F2F2F"/>
                  </a:solidFill>
                  <a:ea typeface="思源黑体 CN Medium"/>
                </a:endParaRPr>
              </a:p>
            </p:txBody>
          </p:sp>
          <p:sp>
            <p:nvSpPr>
              <p:cNvPr id="17" name="Bullet3" descr="e3fccaff-e9d9-45df-afbf-791136ed67f6"/>
              <p:cNvSpPr txBox="1"/>
              <p:nvPr/>
            </p:nvSpPr>
            <p:spPr>
              <a:xfrm>
                <a:off x="8916408" y="2878330"/>
                <a:ext cx="2281647" cy="94825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8E7EF0"/>
                    </a:solidFill>
                    <a:ea typeface="思源黑体 CN Heavy"/>
                  </a:rPr>
                  <a:t>多文件协作</a:t>
                </a:r>
                <a:endParaRPr lang="en-US" sz="1800" b="1" i="0" u="none">
                  <a:solidFill>
                    <a:srgbClr val="8E7EF0"/>
                  </a:solidFill>
                  <a:ea typeface="思源黑体 CN Heavy"/>
                </a:endParaRPr>
              </a:p>
            </p:txBody>
          </p:sp>
          <p:sp>
            <p:nvSpPr>
              <p:cNvPr id="18" name="IconBackground3" descr="8d6f31dc-f50a-4b42-96f5-67276b791ff6"/>
              <p:cNvSpPr txBox="1">
                <a:spLocks noChangeAspect="1"/>
              </p:cNvSpPr>
              <p:nvPr/>
            </p:nvSpPr>
            <p:spPr>
              <a:xfrm>
                <a:off x="8199053" y="3248984"/>
                <a:ext cx="618274" cy="618274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5">
                    <a:alpha val="40000"/>
                  </a:schemeClr>
                </a:outerShdw>
              </a:effectLst>
            </p:spPr>
            <p:txBody>
              <a:bodyPr wrap="none" rtlCol="0" anchor="ctr" anchorCtr="0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ctr"/>
              </a:p>
            </p:txBody>
          </p:sp>
          <p:sp>
            <p:nvSpPr>
              <p:cNvPr id="19" name="Icon3" descr="ff4fbdae-d4fb-40db-a839-37dcb85be89b"/>
              <p:cNvSpPr/>
              <p:nvPr/>
            </p:nvSpPr>
            <p:spPr>
              <a:xfrm>
                <a:off x="8356158" y="3437058"/>
                <a:ext cx="304065" cy="242125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445 w 514350"/>
                  <a:gd name="connsiteY4" fmla="*/ 353046 h 409575"/>
                  <a:gd name="connsiteX5" fmla="*/ 115292 w 514350"/>
                  <a:gd name="connsiteY5" fmla="*/ 410196 h 409575"/>
                  <a:gd name="connsiteX6" fmla="*/ 115292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960" y="621"/>
                      <a:pt x="515342" y="13004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664"/>
                      <a:pt x="502960" y="353046"/>
                      <a:pt x="486767" y="353046"/>
                    </a:cubicBezTo>
                    <a:lnTo>
                      <a:pt x="192445" y="353046"/>
                    </a:lnTo>
                    <a:lnTo>
                      <a:pt x="115292" y="410196"/>
                    </a:lnTo>
                    <a:lnTo>
                      <a:pt x="115292" y="353046"/>
                    </a:lnTo>
                    <a:lnTo>
                      <a:pt x="29567" y="353046"/>
                    </a:lnTo>
                    <a:cubicBezTo>
                      <a:pt x="13374" y="353046"/>
                      <a:pt x="992" y="340664"/>
                      <a:pt x="992" y="324471"/>
                    </a:cubicBezTo>
                    <a:lnTo>
                      <a:pt x="992" y="29196"/>
                    </a:lnTo>
                    <a:cubicBezTo>
                      <a:pt x="992" y="13004"/>
                      <a:pt x="13374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720" y="143496"/>
                      <a:pt x="91480" y="158736"/>
                      <a:pt x="91480" y="176834"/>
                    </a:cubicBezTo>
                    <a:cubicBezTo>
                      <a:pt x="91480" y="194931"/>
                      <a:pt x="106720" y="210171"/>
                      <a:pt x="124817" y="210171"/>
                    </a:cubicBezTo>
                    <a:cubicBezTo>
                      <a:pt x="142914" y="210171"/>
                      <a:pt x="158155" y="194931"/>
                      <a:pt x="158155" y="176834"/>
                    </a:cubicBezTo>
                    <a:cubicBezTo>
                      <a:pt x="158155" y="157784"/>
                      <a:pt x="142914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40070" y="143496"/>
                      <a:pt x="224830" y="158736"/>
                      <a:pt x="224830" y="176834"/>
                    </a:cubicBezTo>
                    <a:cubicBezTo>
                      <a:pt x="224830" y="194931"/>
                      <a:pt x="240070" y="210171"/>
                      <a:pt x="258167" y="210171"/>
                    </a:cubicBezTo>
                    <a:cubicBezTo>
                      <a:pt x="276264" y="210171"/>
                      <a:pt x="291505" y="194931"/>
                      <a:pt x="291505" y="176834"/>
                    </a:cubicBezTo>
                    <a:cubicBezTo>
                      <a:pt x="291505" y="157784"/>
                      <a:pt x="276264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420" y="143496"/>
                      <a:pt x="358180" y="158736"/>
                      <a:pt x="358180" y="176834"/>
                    </a:cubicBezTo>
                    <a:cubicBezTo>
                      <a:pt x="358180" y="194931"/>
                      <a:pt x="373420" y="210171"/>
                      <a:pt x="391517" y="210171"/>
                    </a:cubicBezTo>
                    <a:cubicBezTo>
                      <a:pt x="409614" y="210171"/>
                      <a:pt x="424855" y="194931"/>
                      <a:pt x="424855" y="176834"/>
                    </a:cubicBezTo>
                    <a:cubicBezTo>
                      <a:pt x="424855" y="157784"/>
                      <a:pt x="409614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</p:grpSp>
      <p:sp>
        <p:nvSpPr>
          <p:cNvPr id="2" name="标题 1" descr="707f81fa-11d4-428c-b917-ce7b95a13d6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思源黑体 CN Heavy"/>
              </a:rPr>
              <a:t>实用技巧分享</a:t>
            </a:r>
            <a:endParaRPr lang="en-US" sz="2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519301f-69a4-4815-ab05-ac08133c51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2F2F2F"/>
                </a:solidFill>
                <a:ea typeface="思源黑体 CN Heavy"/>
              </a:rPr>
              <a:t>谢谢观看</a:t>
            </a:r>
            <a:endParaRPr lang="en-US" sz="4800" b="1" i="0" u="none">
              <a:solidFill>
                <a:srgbClr val="2F2F2F"/>
              </a:solidFill>
              <a:ea typeface="思源黑体 CN Heavy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2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3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4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5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6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7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8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9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10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11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12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13.xml><?xml version="1.0" encoding="utf-8"?>
<p:tagLst xmlns:p="http://schemas.openxmlformats.org/presentationml/2006/main">
  <p:tag name="KSO_WM_DIAGRAM_VIRTUALLY_FRAME" val="{&quot;height&quot;:371.1884251968504,&quot;left&quot;:98.80496062992121,&quot;top&quot;:111.81157480314957,&quot;width&quot;:805.1948818897638}"/>
</p:tagLst>
</file>

<file path=ppt/tags/tag14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ACBEB6"/>
      </a:accent1>
      <a:accent2>
        <a:srgbClr val="B1A288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iSlide">
      <a:majorFont>
        <a:latin typeface="思源黑体 CN Heavy"/>
        <a:ea typeface="思源黑体 CN Heavy"/>
        <a:cs typeface=""/>
      </a:majorFont>
      <a:minorFont>
        <a:latin typeface="思源黑体 CN Medium"/>
        <a:ea typeface="思源黑体 CN Medium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729</Words>
  <Application>WPS 演示</Application>
  <PresentationFormat>宽屏</PresentationFormat>
  <Paragraphs>104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思源黑体 CN Heavy</vt:lpstr>
      <vt:lpstr>黑体</vt:lpstr>
      <vt:lpstr>思源黑体 CN Medium</vt:lpstr>
      <vt:lpstr>Arial</vt:lpstr>
      <vt:lpstr>微软雅黑</vt:lpstr>
      <vt:lpstr>Arial Unicode MS</vt:lpstr>
      <vt:lpstr>Calibri</vt:lpstr>
      <vt:lpstr>思源黑体 CN Medium</vt:lpstr>
      <vt:lpstr>Designed by iSlide</vt:lpstr>
      <vt:lpstr>Office教程</vt:lpstr>
      <vt:lpstr>目录</vt:lpstr>
      <vt:lpstr>Office基础入门</vt:lpstr>
      <vt:lpstr>快速上手Office</vt:lpstr>
      <vt:lpstr>常用功能应用</vt:lpstr>
      <vt:lpstr>进阶技巧提升</vt:lpstr>
      <vt:lpstr>高级功能使用</vt:lpstr>
      <vt:lpstr>实用技巧分享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WPS_1675254829</cp:lastModifiedBy>
  <cp:revision>2</cp:revision>
  <cp:lastPrinted>2025-02-11T16:00:00Z</cp:lastPrinted>
  <dcterms:created xsi:type="dcterms:W3CDTF">2025-02-11T16:00:00Z</dcterms:created>
  <dcterms:modified xsi:type="dcterms:W3CDTF">2026-01-09T17:26:05Z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db5173a7-1dbe-4b09-b598-89852defdbc7</vt:lpwstr>
  </property>
  <property fmtid="{D5CDD505-2E9C-101B-9397-08002B2CF9AE}" pid="3" name="ICV">
    <vt:lpwstr>98FE19BDE55D4D96867FED28A55F9499_13</vt:lpwstr>
  </property>
  <property fmtid="{D5CDD505-2E9C-101B-9397-08002B2CF9AE}" pid="4" name="KSOProductBuildVer">
    <vt:lpwstr>2052-12.1.0.24034</vt:lpwstr>
  </property>
</Properties>
</file>